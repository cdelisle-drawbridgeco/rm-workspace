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sldIdLst>
    <p:sldId id="274" r:id="rId5"/>
    <p:sldId id="277" r:id="rId6"/>
    <p:sldId id="296" r:id="rId7"/>
    <p:sldId id="298" r:id="rId8"/>
    <p:sldId id="300" r:id="rId9"/>
    <p:sldId id="302" r:id="rId10"/>
    <p:sldId id="304" r:id="rId11"/>
    <p:sldId id="306" r:id="rId12"/>
    <p:sldId id="30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15D696-CF5B-517B-15EC-D9502CE9D6E1}" name="Christopher Grillo" initials="CG" userId="S::cgrillo@drawbridgeco.com::1d5f2c8a-87d8-40a6-8843-6a917409d2e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800"/>
    <a:srgbClr val="10181F"/>
    <a:srgbClr val="FFA347"/>
    <a:srgbClr val="FFB976"/>
    <a:srgbClr val="87C8BC"/>
    <a:srgbClr val="D7E6E3"/>
    <a:srgbClr val="CEDCDA"/>
    <a:srgbClr val="DFDFD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4C55D4-E780-4331-8A5E-A8D7BFD756A5}" v="37" dt="2026-03-02T18:37:11.4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254" y="3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Diaz" userId="90f7ff6b-fbb5-45bd-8bbb-5a4b55faf961" providerId="ADAL" clId="{CF3C140D-7371-44D1-9118-F2C3D56EB190}"/>
    <pc:docChg chg="undo custSel addSld delSld modSld">
      <pc:chgData name="Mike Diaz" userId="90f7ff6b-fbb5-45bd-8bbb-5a4b55faf961" providerId="ADAL" clId="{CF3C140D-7371-44D1-9118-F2C3D56EB190}" dt="2026-03-02T18:40:33.526" v="2160" actId="20577"/>
      <pc:docMkLst>
        <pc:docMk/>
      </pc:docMkLst>
      <pc:sldChg chg="del">
        <pc:chgData name="Mike Diaz" userId="90f7ff6b-fbb5-45bd-8bbb-5a4b55faf961" providerId="ADAL" clId="{CF3C140D-7371-44D1-9118-F2C3D56EB190}" dt="2026-03-02T15:01:45.312" v="15" actId="47"/>
        <pc:sldMkLst>
          <pc:docMk/>
          <pc:sldMk cId="3113766112" sldId="272"/>
        </pc:sldMkLst>
      </pc:sldChg>
      <pc:sldChg chg="addSp delSp modSp mod">
        <pc:chgData name="Mike Diaz" userId="90f7ff6b-fbb5-45bd-8bbb-5a4b55faf961" providerId="ADAL" clId="{CF3C140D-7371-44D1-9118-F2C3D56EB190}" dt="2026-03-02T15:28:14.518" v="54" actId="1076"/>
        <pc:sldMkLst>
          <pc:docMk/>
          <pc:sldMk cId="1631260555" sldId="274"/>
        </pc:sldMkLst>
        <pc:spChg chg="add mod">
          <ac:chgData name="Mike Diaz" userId="90f7ff6b-fbb5-45bd-8bbb-5a4b55faf961" providerId="ADAL" clId="{CF3C140D-7371-44D1-9118-F2C3D56EB190}" dt="2026-03-02T15:28:14.518" v="54" actId="1076"/>
          <ac:spMkLst>
            <pc:docMk/>
            <pc:sldMk cId="1631260555" sldId="274"/>
            <ac:spMk id="4" creationId="{297F3E57-8956-6073-A2E6-F01D7016B795}"/>
          </ac:spMkLst>
        </pc:spChg>
        <pc:spChg chg="del mod">
          <ac:chgData name="Mike Diaz" userId="90f7ff6b-fbb5-45bd-8bbb-5a4b55faf961" providerId="ADAL" clId="{CF3C140D-7371-44D1-9118-F2C3D56EB190}" dt="2026-03-02T15:04:55.614" v="41" actId="478"/>
          <ac:spMkLst>
            <pc:docMk/>
            <pc:sldMk cId="1631260555" sldId="274"/>
            <ac:spMk id="4" creationId="{F80EA431-C678-AD4A-19DB-6E8A27C69311}"/>
          </ac:spMkLst>
        </pc:spChg>
      </pc:sldChg>
      <pc:sldChg chg="addSp delSp modSp add del mod">
        <pc:chgData name="Mike Diaz" userId="90f7ff6b-fbb5-45bd-8bbb-5a4b55faf961" providerId="ADAL" clId="{CF3C140D-7371-44D1-9118-F2C3D56EB190}" dt="2026-03-02T15:37:03.357" v="291" actId="20577"/>
        <pc:sldMkLst>
          <pc:docMk/>
          <pc:sldMk cId="1353381606" sldId="277"/>
        </pc:sldMkLst>
        <pc:spChg chg="del">
          <ac:chgData name="Mike Diaz" userId="90f7ff6b-fbb5-45bd-8bbb-5a4b55faf961" providerId="ADAL" clId="{CF3C140D-7371-44D1-9118-F2C3D56EB190}" dt="2026-03-02T15:02:55.657" v="37" actId="478"/>
          <ac:spMkLst>
            <pc:docMk/>
            <pc:sldMk cId="1353381606" sldId="277"/>
            <ac:spMk id="2" creationId="{962F6C13-63F4-2F3F-9428-96863275C014}"/>
          </ac:spMkLst>
        </pc:spChg>
        <pc:spChg chg="del">
          <ac:chgData name="Mike Diaz" userId="90f7ff6b-fbb5-45bd-8bbb-5a4b55faf961" providerId="ADAL" clId="{CF3C140D-7371-44D1-9118-F2C3D56EB190}" dt="2026-03-02T15:02:56.882" v="38" actId="478"/>
          <ac:spMkLst>
            <pc:docMk/>
            <pc:sldMk cId="1353381606" sldId="277"/>
            <ac:spMk id="3" creationId="{BC7BE5DA-4B2D-2281-F827-980755F44106}"/>
          </ac:spMkLst>
        </pc:spChg>
        <pc:spChg chg="del mod">
          <ac:chgData name="Mike Diaz" userId="90f7ff6b-fbb5-45bd-8bbb-5a4b55faf961" providerId="ADAL" clId="{CF3C140D-7371-44D1-9118-F2C3D56EB190}" dt="2026-03-02T15:02:53.069" v="36" actId="478"/>
          <ac:spMkLst>
            <pc:docMk/>
            <pc:sldMk cId="1353381606" sldId="277"/>
            <ac:spMk id="4" creationId="{9A4381F5-94F0-8D62-9F80-6221AFBB524E}"/>
          </ac:spMkLst>
        </pc:spChg>
        <pc:spChg chg="add mod">
          <ac:chgData name="Mike Diaz" userId="90f7ff6b-fbb5-45bd-8bbb-5a4b55faf961" providerId="ADAL" clId="{CF3C140D-7371-44D1-9118-F2C3D56EB190}" dt="2026-03-02T15:35:00.892" v="163" actId="14100"/>
          <ac:spMkLst>
            <pc:docMk/>
            <pc:sldMk cId="1353381606" sldId="277"/>
            <ac:spMk id="6" creationId="{1E0A4505-6BDE-F2D5-1CC4-E255BB341ECB}"/>
          </ac:spMkLst>
        </pc:spChg>
        <pc:spChg chg="add mod">
          <ac:chgData name="Mike Diaz" userId="90f7ff6b-fbb5-45bd-8bbb-5a4b55faf961" providerId="ADAL" clId="{CF3C140D-7371-44D1-9118-F2C3D56EB190}" dt="2026-03-02T15:37:03.357" v="291" actId="20577"/>
          <ac:spMkLst>
            <pc:docMk/>
            <pc:sldMk cId="1353381606" sldId="277"/>
            <ac:spMk id="8" creationId="{80EA7777-F213-B357-753C-7323482F3A50}"/>
          </ac:spMkLst>
        </pc:spChg>
      </pc:sldChg>
      <pc:sldChg chg="del">
        <pc:chgData name="Mike Diaz" userId="90f7ff6b-fbb5-45bd-8bbb-5a4b55faf961" providerId="ADAL" clId="{CF3C140D-7371-44D1-9118-F2C3D56EB190}" dt="2026-03-02T15:01:52.715" v="19" actId="47"/>
        <pc:sldMkLst>
          <pc:docMk/>
          <pc:sldMk cId="1091305872" sldId="279"/>
        </pc:sldMkLst>
      </pc:sldChg>
      <pc:sldChg chg="del">
        <pc:chgData name="Mike Diaz" userId="90f7ff6b-fbb5-45bd-8bbb-5a4b55faf961" providerId="ADAL" clId="{CF3C140D-7371-44D1-9118-F2C3D56EB190}" dt="2026-03-02T15:01:47.663" v="18" actId="47"/>
        <pc:sldMkLst>
          <pc:docMk/>
          <pc:sldMk cId="1236491391" sldId="286"/>
        </pc:sldMkLst>
      </pc:sldChg>
      <pc:sldChg chg="del">
        <pc:chgData name="Mike Diaz" userId="90f7ff6b-fbb5-45bd-8bbb-5a4b55faf961" providerId="ADAL" clId="{CF3C140D-7371-44D1-9118-F2C3D56EB190}" dt="2026-03-02T15:02:43.458" v="33" actId="47"/>
        <pc:sldMkLst>
          <pc:docMk/>
          <pc:sldMk cId="10613887" sldId="287"/>
        </pc:sldMkLst>
      </pc:sldChg>
      <pc:sldChg chg="del">
        <pc:chgData name="Mike Diaz" userId="90f7ff6b-fbb5-45bd-8bbb-5a4b55faf961" providerId="ADAL" clId="{CF3C140D-7371-44D1-9118-F2C3D56EB190}" dt="2026-03-02T15:01:46.919" v="17" actId="47"/>
        <pc:sldMkLst>
          <pc:docMk/>
          <pc:sldMk cId="190984835" sldId="292"/>
        </pc:sldMkLst>
      </pc:sldChg>
      <pc:sldChg chg="del">
        <pc:chgData name="Mike Diaz" userId="90f7ff6b-fbb5-45bd-8bbb-5a4b55faf961" providerId="ADAL" clId="{CF3C140D-7371-44D1-9118-F2C3D56EB190}" dt="2026-03-02T15:01:46.133" v="16" actId="47"/>
        <pc:sldMkLst>
          <pc:docMk/>
          <pc:sldMk cId="2436673915" sldId="293"/>
        </pc:sldMkLst>
      </pc:sldChg>
      <pc:sldChg chg="addSp delSp modSp del mod">
        <pc:chgData name="Mike Diaz" userId="90f7ff6b-fbb5-45bd-8bbb-5a4b55faf961" providerId="ADAL" clId="{CF3C140D-7371-44D1-9118-F2C3D56EB190}" dt="2026-03-02T15:32:17.505" v="85" actId="47"/>
        <pc:sldMkLst>
          <pc:docMk/>
          <pc:sldMk cId="917231116" sldId="294"/>
        </pc:sldMkLst>
        <pc:spChg chg="del mod">
          <ac:chgData name="Mike Diaz" userId="90f7ff6b-fbb5-45bd-8bbb-5a4b55faf961" providerId="ADAL" clId="{CF3C140D-7371-44D1-9118-F2C3D56EB190}" dt="2026-03-02T15:04:50.724" v="39" actId="478"/>
          <ac:spMkLst>
            <pc:docMk/>
            <pc:sldMk cId="917231116" sldId="294"/>
            <ac:spMk id="2" creationId="{987D9AF9-2C4B-E89E-7E06-4077D8F7F7A4}"/>
          </ac:spMkLst>
        </pc:spChg>
        <pc:spChg chg="add mod">
          <ac:chgData name="Mike Diaz" userId="90f7ff6b-fbb5-45bd-8bbb-5a4b55faf961" providerId="ADAL" clId="{CF3C140D-7371-44D1-9118-F2C3D56EB190}" dt="2026-03-02T15:30:48.322" v="57" actId="20577"/>
          <ac:spMkLst>
            <pc:docMk/>
            <pc:sldMk cId="917231116" sldId="294"/>
            <ac:spMk id="4" creationId="{0F82FA0B-096A-65AE-D617-81756B8DC3BC}"/>
          </ac:spMkLst>
        </pc:spChg>
      </pc:sldChg>
      <pc:sldChg chg="modSp add del mod">
        <pc:chgData name="Mike Diaz" userId="90f7ff6b-fbb5-45bd-8bbb-5a4b55faf961" providerId="ADAL" clId="{CF3C140D-7371-44D1-9118-F2C3D56EB190}" dt="2026-03-02T15:32:11.643" v="83" actId="47"/>
        <pc:sldMkLst>
          <pc:docMk/>
          <pc:sldMk cId="1769233417" sldId="295"/>
        </pc:sldMkLst>
        <pc:spChg chg="mod">
          <ac:chgData name="Mike Diaz" userId="90f7ff6b-fbb5-45bd-8bbb-5a4b55faf961" providerId="ADAL" clId="{CF3C140D-7371-44D1-9118-F2C3D56EB190}" dt="2026-03-02T15:31:15.353" v="72" actId="20577"/>
          <ac:spMkLst>
            <pc:docMk/>
            <pc:sldMk cId="1769233417" sldId="295"/>
            <ac:spMk id="4" creationId="{0E560EB4-B7DC-AEE3-8ABE-A35ED05465E3}"/>
          </ac:spMkLst>
        </pc:spChg>
      </pc:sldChg>
      <pc:sldChg chg="del">
        <pc:chgData name="Mike Diaz" userId="90f7ff6b-fbb5-45bd-8bbb-5a4b55faf961" providerId="ADAL" clId="{CF3C140D-7371-44D1-9118-F2C3D56EB190}" dt="2026-03-02T15:01:43.335" v="14" actId="47"/>
        <pc:sldMkLst>
          <pc:docMk/>
          <pc:sldMk cId="2409451176" sldId="295"/>
        </pc:sldMkLst>
      </pc:sldChg>
      <pc:sldChg chg="addSp modSp add mod">
        <pc:chgData name="Mike Diaz" userId="90f7ff6b-fbb5-45bd-8bbb-5a4b55faf961" providerId="ADAL" clId="{CF3C140D-7371-44D1-9118-F2C3D56EB190}" dt="2026-03-02T18:39:04.413" v="2147" actId="20577"/>
        <pc:sldMkLst>
          <pc:docMk/>
          <pc:sldMk cId="1446145962" sldId="296"/>
        </pc:sldMkLst>
        <pc:spChg chg="add mod">
          <ac:chgData name="Mike Diaz" userId="90f7ff6b-fbb5-45bd-8bbb-5a4b55faf961" providerId="ADAL" clId="{CF3C140D-7371-44D1-9118-F2C3D56EB190}" dt="2026-03-02T15:41:06.189" v="658" actId="20577"/>
          <ac:spMkLst>
            <pc:docMk/>
            <pc:sldMk cId="1446145962" sldId="296"/>
            <ac:spMk id="2" creationId="{816A63EE-6E57-FA70-845D-AF3353EB9D79}"/>
          </ac:spMkLst>
        </pc:spChg>
        <pc:spChg chg="mod">
          <ac:chgData name="Mike Diaz" userId="90f7ff6b-fbb5-45bd-8bbb-5a4b55faf961" providerId="ADAL" clId="{CF3C140D-7371-44D1-9118-F2C3D56EB190}" dt="2026-03-02T15:37:10.938" v="294" actId="14100"/>
          <ac:spMkLst>
            <pc:docMk/>
            <pc:sldMk cId="1446145962" sldId="296"/>
            <ac:spMk id="6" creationId="{00B7AC6B-B245-F70E-2AAB-E62752BA1E21}"/>
          </ac:spMkLst>
        </pc:spChg>
        <pc:spChg chg="mod">
          <ac:chgData name="Mike Diaz" userId="90f7ff6b-fbb5-45bd-8bbb-5a4b55faf961" providerId="ADAL" clId="{CF3C140D-7371-44D1-9118-F2C3D56EB190}" dt="2026-03-02T18:39:04.413" v="2147" actId="20577"/>
          <ac:spMkLst>
            <pc:docMk/>
            <pc:sldMk cId="1446145962" sldId="296"/>
            <ac:spMk id="8" creationId="{2802C3F1-312F-C06D-E66C-663DA8D3D0C5}"/>
          </ac:spMkLst>
        </pc:spChg>
      </pc:sldChg>
      <pc:sldChg chg="del">
        <pc:chgData name="Mike Diaz" userId="90f7ff6b-fbb5-45bd-8bbb-5a4b55faf961" providerId="ADAL" clId="{CF3C140D-7371-44D1-9118-F2C3D56EB190}" dt="2026-03-02T15:01:41.755" v="12" actId="47"/>
        <pc:sldMkLst>
          <pc:docMk/>
          <pc:sldMk cId="1473957095" sldId="296"/>
        </pc:sldMkLst>
      </pc:sldChg>
      <pc:sldChg chg="modSp add del mod">
        <pc:chgData name="Mike Diaz" userId="90f7ff6b-fbb5-45bd-8bbb-5a4b55faf961" providerId="ADAL" clId="{CF3C140D-7371-44D1-9118-F2C3D56EB190}" dt="2026-03-02T15:32:18.642" v="86" actId="47"/>
        <pc:sldMkLst>
          <pc:docMk/>
          <pc:sldMk cId="989618562" sldId="297"/>
        </pc:sldMkLst>
        <pc:spChg chg="mod">
          <ac:chgData name="Mike Diaz" userId="90f7ff6b-fbb5-45bd-8bbb-5a4b55faf961" providerId="ADAL" clId="{CF3C140D-7371-44D1-9118-F2C3D56EB190}" dt="2026-03-02T15:31:48.989" v="79" actId="20577"/>
          <ac:spMkLst>
            <pc:docMk/>
            <pc:sldMk cId="989618562" sldId="297"/>
            <ac:spMk id="4" creationId="{00EA7887-B5AF-E647-2053-FC9B4AEC2D1C}"/>
          </ac:spMkLst>
        </pc:spChg>
      </pc:sldChg>
      <pc:sldChg chg="addSp modSp add mod">
        <pc:chgData name="Mike Diaz" userId="90f7ff6b-fbb5-45bd-8bbb-5a4b55faf961" providerId="ADAL" clId="{CF3C140D-7371-44D1-9118-F2C3D56EB190}" dt="2026-03-02T15:44:55.628" v="797" actId="113"/>
        <pc:sldMkLst>
          <pc:docMk/>
          <pc:sldMk cId="57831376" sldId="298"/>
        </pc:sldMkLst>
        <pc:spChg chg="add mod">
          <ac:chgData name="Mike Diaz" userId="90f7ff6b-fbb5-45bd-8bbb-5a4b55faf961" providerId="ADAL" clId="{CF3C140D-7371-44D1-9118-F2C3D56EB190}" dt="2026-03-02T15:44:55.628" v="797" actId="113"/>
          <ac:spMkLst>
            <pc:docMk/>
            <pc:sldMk cId="57831376" sldId="298"/>
            <ac:spMk id="3" creationId="{9927DC20-53BE-B78A-4FC3-F9556D1CC128}"/>
          </ac:spMkLst>
        </pc:spChg>
        <pc:spChg chg="mod">
          <ac:chgData name="Mike Diaz" userId="90f7ff6b-fbb5-45bd-8bbb-5a4b55faf961" providerId="ADAL" clId="{CF3C140D-7371-44D1-9118-F2C3D56EB190}" dt="2026-03-02T15:44:18.313" v="787" actId="20577"/>
          <ac:spMkLst>
            <pc:docMk/>
            <pc:sldMk cId="57831376" sldId="298"/>
            <ac:spMk id="6" creationId="{5EE4EB54-FD4D-AA76-FF7D-985831D88E67}"/>
          </ac:spMkLst>
        </pc:spChg>
        <pc:spChg chg="mod">
          <ac:chgData name="Mike Diaz" userId="90f7ff6b-fbb5-45bd-8bbb-5a4b55faf961" providerId="ADAL" clId="{CF3C140D-7371-44D1-9118-F2C3D56EB190}" dt="2026-03-02T15:44:37.083" v="794" actId="20577"/>
          <ac:spMkLst>
            <pc:docMk/>
            <pc:sldMk cId="57831376" sldId="298"/>
            <ac:spMk id="8" creationId="{D98E8C9B-BD9F-D5B9-6B7E-5DB9F383ED62}"/>
          </ac:spMkLst>
        </pc:spChg>
      </pc:sldChg>
      <pc:sldChg chg="del">
        <pc:chgData name="Mike Diaz" userId="90f7ff6b-fbb5-45bd-8bbb-5a4b55faf961" providerId="ADAL" clId="{CF3C140D-7371-44D1-9118-F2C3D56EB190}" dt="2026-03-02T15:01:42.580" v="13" actId="47"/>
        <pc:sldMkLst>
          <pc:docMk/>
          <pc:sldMk cId="3510891482" sldId="298"/>
        </pc:sldMkLst>
      </pc:sldChg>
      <pc:sldChg chg="add del">
        <pc:chgData name="Mike Diaz" userId="90f7ff6b-fbb5-45bd-8bbb-5a4b55faf961" providerId="ADAL" clId="{CF3C140D-7371-44D1-9118-F2C3D56EB190}" dt="2026-03-02T15:32:19.511" v="87" actId="47"/>
        <pc:sldMkLst>
          <pc:docMk/>
          <pc:sldMk cId="3606886970" sldId="299"/>
        </pc:sldMkLst>
      </pc:sldChg>
      <pc:sldChg chg="addSp modSp add mod">
        <pc:chgData name="Mike Diaz" userId="90f7ff6b-fbb5-45bd-8bbb-5a4b55faf961" providerId="ADAL" clId="{CF3C140D-7371-44D1-9118-F2C3D56EB190}" dt="2026-03-02T15:47:33.871" v="879" actId="1076"/>
        <pc:sldMkLst>
          <pc:docMk/>
          <pc:sldMk cId="492922086" sldId="300"/>
        </pc:sldMkLst>
        <pc:spChg chg="mod">
          <ac:chgData name="Mike Diaz" userId="90f7ff6b-fbb5-45bd-8bbb-5a4b55faf961" providerId="ADAL" clId="{CF3C140D-7371-44D1-9118-F2C3D56EB190}" dt="2026-03-02T15:45:11.100" v="799" actId="14100"/>
          <ac:spMkLst>
            <pc:docMk/>
            <pc:sldMk cId="492922086" sldId="300"/>
            <ac:spMk id="6" creationId="{40DD24EC-6B06-A28F-FA06-2E72C1CA1C53}"/>
          </ac:spMkLst>
        </pc:spChg>
        <pc:spChg chg="mod">
          <ac:chgData name="Mike Diaz" userId="90f7ff6b-fbb5-45bd-8bbb-5a4b55faf961" providerId="ADAL" clId="{CF3C140D-7371-44D1-9118-F2C3D56EB190}" dt="2026-03-02T15:46:43.426" v="874" actId="403"/>
          <ac:spMkLst>
            <pc:docMk/>
            <pc:sldMk cId="492922086" sldId="300"/>
            <ac:spMk id="8" creationId="{5725916E-C41E-9287-503C-9D236C233DB7}"/>
          </ac:spMkLst>
        </pc:spChg>
        <pc:picChg chg="add mod">
          <ac:chgData name="Mike Diaz" userId="90f7ff6b-fbb5-45bd-8bbb-5a4b55faf961" providerId="ADAL" clId="{CF3C140D-7371-44D1-9118-F2C3D56EB190}" dt="2026-03-02T15:47:33.871" v="879" actId="1076"/>
          <ac:picMkLst>
            <pc:docMk/>
            <pc:sldMk cId="492922086" sldId="300"/>
            <ac:picMk id="3" creationId="{C20E0CEE-0CB0-5E3A-2690-D2680E88BAA7}"/>
          </ac:picMkLst>
        </pc:picChg>
      </pc:sldChg>
      <pc:sldChg chg="add del">
        <pc:chgData name="Mike Diaz" userId="90f7ff6b-fbb5-45bd-8bbb-5a4b55faf961" providerId="ADAL" clId="{CF3C140D-7371-44D1-9118-F2C3D56EB190}" dt="2026-03-02T15:32:20.717" v="88" actId="47"/>
        <pc:sldMkLst>
          <pc:docMk/>
          <pc:sldMk cId="1192896328" sldId="301"/>
        </pc:sldMkLst>
      </pc:sldChg>
      <pc:sldChg chg="addSp modSp add mod">
        <pc:chgData name="Mike Diaz" userId="90f7ff6b-fbb5-45bd-8bbb-5a4b55faf961" providerId="ADAL" clId="{CF3C140D-7371-44D1-9118-F2C3D56EB190}" dt="2026-03-02T18:39:57.992" v="2154" actId="20577"/>
        <pc:sldMkLst>
          <pc:docMk/>
          <pc:sldMk cId="319741698" sldId="302"/>
        </pc:sldMkLst>
        <pc:spChg chg="add mod">
          <ac:chgData name="Mike Diaz" userId="90f7ff6b-fbb5-45bd-8bbb-5a4b55faf961" providerId="ADAL" clId="{CF3C140D-7371-44D1-9118-F2C3D56EB190}" dt="2026-03-02T15:49:44.803" v="927" actId="20577"/>
          <ac:spMkLst>
            <pc:docMk/>
            <pc:sldMk cId="319741698" sldId="302"/>
            <ac:spMk id="3" creationId="{3167299A-C0F4-A269-5248-8C392DAC2A8A}"/>
          </ac:spMkLst>
        </pc:spChg>
        <pc:spChg chg="mod">
          <ac:chgData name="Mike Diaz" userId="90f7ff6b-fbb5-45bd-8bbb-5a4b55faf961" providerId="ADAL" clId="{CF3C140D-7371-44D1-9118-F2C3D56EB190}" dt="2026-03-02T17:20:34.644" v="1837" actId="14100"/>
          <ac:spMkLst>
            <pc:docMk/>
            <pc:sldMk cId="319741698" sldId="302"/>
            <ac:spMk id="6" creationId="{DD2F7231-6325-E99E-A59E-7D5B10D0EBB0}"/>
          </ac:spMkLst>
        </pc:spChg>
        <pc:spChg chg="mod">
          <ac:chgData name="Mike Diaz" userId="90f7ff6b-fbb5-45bd-8bbb-5a4b55faf961" providerId="ADAL" clId="{CF3C140D-7371-44D1-9118-F2C3D56EB190}" dt="2026-03-02T18:39:57.992" v="2154" actId="20577"/>
          <ac:spMkLst>
            <pc:docMk/>
            <pc:sldMk cId="319741698" sldId="302"/>
            <ac:spMk id="8" creationId="{EE25F457-FC3C-0233-0178-CD5ACAC0C250}"/>
          </ac:spMkLst>
        </pc:spChg>
      </pc:sldChg>
      <pc:sldChg chg="add del">
        <pc:chgData name="Mike Diaz" userId="90f7ff6b-fbb5-45bd-8bbb-5a4b55faf961" providerId="ADAL" clId="{CF3C140D-7371-44D1-9118-F2C3D56EB190}" dt="2026-03-02T15:32:21.853" v="89" actId="47"/>
        <pc:sldMkLst>
          <pc:docMk/>
          <pc:sldMk cId="12687743" sldId="303"/>
        </pc:sldMkLst>
      </pc:sldChg>
      <pc:sldChg chg="addSp modSp add mod">
        <pc:chgData name="Mike Diaz" userId="90f7ff6b-fbb5-45bd-8bbb-5a4b55faf961" providerId="ADAL" clId="{CF3C140D-7371-44D1-9118-F2C3D56EB190}" dt="2026-03-02T18:40:33.526" v="2160" actId="20577"/>
        <pc:sldMkLst>
          <pc:docMk/>
          <pc:sldMk cId="2540138679" sldId="304"/>
        </pc:sldMkLst>
        <pc:spChg chg="add mod">
          <ac:chgData name="Mike Diaz" userId="90f7ff6b-fbb5-45bd-8bbb-5a4b55faf961" providerId="ADAL" clId="{CF3C140D-7371-44D1-9118-F2C3D56EB190}" dt="2026-03-02T18:40:33.526" v="2160" actId="20577"/>
          <ac:spMkLst>
            <pc:docMk/>
            <pc:sldMk cId="2540138679" sldId="304"/>
            <ac:spMk id="3" creationId="{41EFF304-FF36-797E-3C50-0D43DCFFDE86}"/>
          </ac:spMkLst>
        </pc:spChg>
        <pc:spChg chg="mod">
          <ac:chgData name="Mike Diaz" userId="90f7ff6b-fbb5-45bd-8bbb-5a4b55faf961" providerId="ADAL" clId="{CF3C140D-7371-44D1-9118-F2C3D56EB190}" dt="2026-03-02T15:34:37.010" v="157" actId="20577"/>
          <ac:spMkLst>
            <pc:docMk/>
            <pc:sldMk cId="2540138679" sldId="304"/>
            <ac:spMk id="6" creationId="{19936294-6C4E-3A7F-46F3-38C3EC49F56F}"/>
          </ac:spMkLst>
        </pc:spChg>
        <pc:spChg chg="mod">
          <ac:chgData name="Mike Diaz" userId="90f7ff6b-fbb5-45bd-8bbb-5a4b55faf961" providerId="ADAL" clId="{CF3C140D-7371-44D1-9118-F2C3D56EB190}" dt="2026-03-02T15:52:22.638" v="1177" actId="27636"/>
          <ac:spMkLst>
            <pc:docMk/>
            <pc:sldMk cId="2540138679" sldId="304"/>
            <ac:spMk id="8" creationId="{4125A80B-AADC-9C37-A4DB-96C978EC41E6}"/>
          </ac:spMkLst>
        </pc:spChg>
      </pc:sldChg>
      <pc:sldChg chg="add del">
        <pc:chgData name="Mike Diaz" userId="90f7ff6b-fbb5-45bd-8bbb-5a4b55faf961" providerId="ADAL" clId="{CF3C140D-7371-44D1-9118-F2C3D56EB190}" dt="2026-03-02T15:32:22.577" v="90" actId="47"/>
        <pc:sldMkLst>
          <pc:docMk/>
          <pc:sldMk cId="2454212292" sldId="305"/>
        </pc:sldMkLst>
      </pc:sldChg>
      <pc:sldChg chg="modSp add mod">
        <pc:chgData name="Mike Diaz" userId="90f7ff6b-fbb5-45bd-8bbb-5a4b55faf961" providerId="ADAL" clId="{CF3C140D-7371-44D1-9118-F2C3D56EB190}" dt="2026-03-02T15:56:15.510" v="1633" actId="20577"/>
        <pc:sldMkLst>
          <pc:docMk/>
          <pc:sldMk cId="498758983" sldId="306"/>
        </pc:sldMkLst>
        <pc:spChg chg="mod">
          <ac:chgData name="Mike Diaz" userId="90f7ff6b-fbb5-45bd-8bbb-5a4b55faf961" providerId="ADAL" clId="{CF3C140D-7371-44D1-9118-F2C3D56EB190}" dt="2026-03-02T15:33:44.025" v="114"/>
          <ac:spMkLst>
            <pc:docMk/>
            <pc:sldMk cId="498758983" sldId="306"/>
            <ac:spMk id="6" creationId="{B9C69EE4-CD68-0A57-9BC7-2467D195FABB}"/>
          </ac:spMkLst>
        </pc:spChg>
        <pc:spChg chg="mod">
          <ac:chgData name="Mike Diaz" userId="90f7ff6b-fbb5-45bd-8bbb-5a4b55faf961" providerId="ADAL" clId="{CF3C140D-7371-44D1-9118-F2C3D56EB190}" dt="2026-03-02T15:56:15.510" v="1633" actId="20577"/>
          <ac:spMkLst>
            <pc:docMk/>
            <pc:sldMk cId="498758983" sldId="306"/>
            <ac:spMk id="8" creationId="{FD964AF2-229A-600D-1FEF-4E7D912B11F6}"/>
          </ac:spMkLst>
        </pc:spChg>
      </pc:sldChg>
      <pc:sldChg chg="add del">
        <pc:chgData name="Mike Diaz" userId="90f7ff6b-fbb5-45bd-8bbb-5a4b55faf961" providerId="ADAL" clId="{CF3C140D-7371-44D1-9118-F2C3D56EB190}" dt="2026-03-02T15:32:23.675" v="91" actId="47"/>
        <pc:sldMkLst>
          <pc:docMk/>
          <pc:sldMk cId="1395629860" sldId="307"/>
        </pc:sldMkLst>
      </pc:sldChg>
      <pc:sldChg chg="modSp add mod">
        <pc:chgData name="Mike Diaz" userId="90f7ff6b-fbb5-45bd-8bbb-5a4b55faf961" providerId="ADAL" clId="{CF3C140D-7371-44D1-9118-F2C3D56EB190}" dt="2026-03-02T16:33:35.752" v="1835" actId="20577"/>
        <pc:sldMkLst>
          <pc:docMk/>
          <pc:sldMk cId="302023307" sldId="308"/>
        </pc:sldMkLst>
        <pc:spChg chg="mod">
          <ac:chgData name="Mike Diaz" userId="90f7ff6b-fbb5-45bd-8bbb-5a4b55faf961" providerId="ADAL" clId="{CF3C140D-7371-44D1-9118-F2C3D56EB190}" dt="2026-03-02T15:56:43.846" v="1644" actId="20577"/>
          <ac:spMkLst>
            <pc:docMk/>
            <pc:sldMk cId="302023307" sldId="308"/>
            <ac:spMk id="6" creationId="{3C2BBD02-6F9B-E2C2-0959-AA3F7CAF8810}"/>
          </ac:spMkLst>
        </pc:spChg>
        <pc:spChg chg="mod">
          <ac:chgData name="Mike Diaz" userId="90f7ff6b-fbb5-45bd-8bbb-5a4b55faf961" providerId="ADAL" clId="{CF3C140D-7371-44D1-9118-F2C3D56EB190}" dt="2026-03-02T16:33:35.752" v="1835" actId="20577"/>
          <ac:spMkLst>
            <pc:docMk/>
            <pc:sldMk cId="302023307" sldId="308"/>
            <ac:spMk id="8" creationId="{B1F8D1BC-7DEC-261A-5962-182AEDCAB8E5}"/>
          </ac:spMkLst>
        </pc:spChg>
      </pc:sldChg>
      <pc:sldMasterChg chg="addSldLayout delSldLayout">
        <pc:chgData name="Mike Diaz" userId="90f7ff6b-fbb5-45bd-8bbb-5a4b55faf961" providerId="ADAL" clId="{CF3C140D-7371-44D1-9118-F2C3D56EB190}" dt="2026-03-02T15:32:23.675" v="91" actId="47"/>
        <pc:sldMasterMkLst>
          <pc:docMk/>
          <pc:sldMasterMk cId="2209977519" sldId="2147483648"/>
        </pc:sldMasterMkLst>
        <pc:sldLayoutChg chg="del">
          <pc:chgData name="Mike Diaz" userId="90f7ff6b-fbb5-45bd-8bbb-5a4b55faf961" providerId="ADAL" clId="{CF3C140D-7371-44D1-9118-F2C3D56EB190}" dt="2026-03-02T15:32:23.675" v="91" actId="47"/>
          <pc:sldLayoutMkLst>
            <pc:docMk/>
            <pc:sldMasterMk cId="2209977519" sldId="2147483648"/>
            <pc:sldLayoutMk cId="4288826964" sldId="2147483665"/>
          </pc:sldLayoutMkLst>
        </pc:sldLayoutChg>
        <pc:sldLayoutChg chg="add del">
          <pc:chgData name="Mike Diaz" userId="90f7ff6b-fbb5-45bd-8bbb-5a4b55faf961" providerId="ADAL" clId="{CF3C140D-7371-44D1-9118-F2C3D56EB190}" dt="2026-03-02T15:31:00.228" v="62" actId="2696"/>
          <pc:sldLayoutMkLst>
            <pc:docMk/>
            <pc:sldMasterMk cId="2209977519" sldId="2147483648"/>
            <pc:sldLayoutMk cId="232399012" sldId="214748366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66B91-6AE9-E140-BC56-5647462E2901}"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ED7A57-4D61-E14F-8AE1-A49B6EA18D8C}" type="slidenum">
              <a:rPr lang="en-US" smtClean="0"/>
              <a:t>‹#›</a:t>
            </a:fld>
            <a:endParaRPr lang="en-US"/>
          </a:p>
        </p:txBody>
      </p:sp>
    </p:spTree>
    <p:extLst>
      <p:ext uri="{BB962C8B-B14F-4D97-AF65-F5344CB8AC3E}">
        <p14:creationId xmlns:p14="http://schemas.microsoft.com/office/powerpoint/2010/main" val="4157626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jpe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A close-up of a bridge&#10;&#10;AI-generated content may be incorrect.">
            <a:extLst>
              <a:ext uri="{FF2B5EF4-FFF2-40B4-BE49-F238E27FC236}">
                <a16:creationId xmlns:a16="http://schemas.microsoft.com/office/drawing/2014/main" id="{3C4C6527-1402-5BF0-BC20-7EF1218E6867}"/>
              </a:ext>
            </a:extLst>
          </p:cNvPr>
          <p:cNvPicPr>
            <a:picLocks noChangeAspect="1"/>
          </p:cNvPicPr>
          <p:nvPr userDrawn="1"/>
        </p:nvPicPr>
        <p:blipFill>
          <a:blip r:embed="rId2"/>
          <a:srcRect l="1" r="13948"/>
          <a:stretch/>
        </p:blipFill>
        <p:spPr>
          <a:xfrm flipH="1">
            <a:off x="125504" y="0"/>
            <a:ext cx="12066495" cy="7011225"/>
          </a:xfrm>
          <a:prstGeom prst="rect">
            <a:avLst/>
          </a:prstGeom>
        </p:spPr>
      </p:pic>
      <p:sp>
        <p:nvSpPr>
          <p:cNvPr id="14" name="Rectangle 13">
            <a:extLst>
              <a:ext uri="{FF2B5EF4-FFF2-40B4-BE49-F238E27FC236}">
                <a16:creationId xmlns:a16="http://schemas.microsoft.com/office/drawing/2014/main" id="{DFEDB917-E79C-8DFA-C691-368172A30015}"/>
              </a:ext>
            </a:extLst>
          </p:cNvPr>
          <p:cNvSpPr/>
          <p:nvPr userDrawn="1"/>
        </p:nvSpPr>
        <p:spPr>
          <a:xfrm>
            <a:off x="336275" y="-12288"/>
            <a:ext cx="11855725" cy="7023513"/>
          </a:xfrm>
          <a:prstGeom prst="rect">
            <a:avLst/>
          </a:prstGeom>
          <a:solidFill>
            <a:srgbClr val="10181F">
              <a:alpha val="4385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88DFA85-7440-825C-2AEA-E3EDDF101CEA}"/>
              </a:ext>
            </a:extLst>
          </p:cNvPr>
          <p:cNvSpPr/>
          <p:nvPr userDrawn="1"/>
        </p:nvSpPr>
        <p:spPr>
          <a:xfrm>
            <a:off x="-2392" y="-12288"/>
            <a:ext cx="338667" cy="7035800"/>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bg object 184">
            <a:extLst>
              <a:ext uri="{FF2B5EF4-FFF2-40B4-BE49-F238E27FC236}">
                <a16:creationId xmlns:a16="http://schemas.microsoft.com/office/drawing/2014/main" id="{B03B4E8C-0D4B-159A-2479-7A8411B53E9E}"/>
              </a:ext>
            </a:extLst>
          </p:cNvPr>
          <p:cNvSpPr/>
          <p:nvPr userDrawn="1"/>
        </p:nvSpPr>
        <p:spPr>
          <a:xfrm>
            <a:off x="1" y="6327649"/>
            <a:ext cx="12192000" cy="530733"/>
          </a:xfrm>
          <a:custGeom>
            <a:avLst/>
            <a:gdLst/>
            <a:ahLst/>
            <a:cxnLst/>
            <a:rect l="l" t="t" r="r" b="b"/>
            <a:pathLst>
              <a:path w="8947785" h="540385">
                <a:moveTo>
                  <a:pt x="0" y="540003"/>
                </a:moveTo>
                <a:lnTo>
                  <a:pt x="8947162" y="540003"/>
                </a:lnTo>
                <a:lnTo>
                  <a:pt x="8947162" y="0"/>
                </a:lnTo>
                <a:lnTo>
                  <a:pt x="0" y="0"/>
                </a:lnTo>
                <a:lnTo>
                  <a:pt x="0" y="540003"/>
                </a:lnTo>
                <a:close/>
              </a:path>
            </a:pathLst>
          </a:custGeom>
          <a:solidFill>
            <a:srgbClr val="101820"/>
          </a:solidFill>
        </p:spPr>
        <p:txBody>
          <a:bodyPr wrap="square" lIns="0" tIns="0" rIns="0" bIns="0" rtlCol="0"/>
          <a:lstStyle/>
          <a:p>
            <a:endParaRPr sz="1800"/>
          </a:p>
        </p:txBody>
      </p:sp>
      <p:pic>
        <p:nvPicPr>
          <p:cNvPr id="2" name="bg object 185">
            <a:extLst>
              <a:ext uri="{FF2B5EF4-FFF2-40B4-BE49-F238E27FC236}">
                <a16:creationId xmlns:a16="http://schemas.microsoft.com/office/drawing/2014/main" id="{DFE241DA-AEEE-10D5-6014-07291F7E189B}"/>
              </a:ext>
            </a:extLst>
          </p:cNvPr>
          <p:cNvPicPr/>
          <p:nvPr userDrawn="1"/>
        </p:nvPicPr>
        <p:blipFill>
          <a:blip r:embed="rId2" cstate="print"/>
          <a:stretch>
            <a:fillRect/>
          </a:stretch>
        </p:blipFill>
        <p:spPr>
          <a:xfrm>
            <a:off x="336276" y="6327642"/>
            <a:ext cx="11854893" cy="530359"/>
          </a:xfrm>
          <a:prstGeom prst="rect">
            <a:avLst/>
          </a:prstGeom>
        </p:spPr>
      </p:pic>
      <p:sp>
        <p:nvSpPr>
          <p:cNvPr id="3" name="Rectangle 2">
            <a:extLst>
              <a:ext uri="{FF2B5EF4-FFF2-40B4-BE49-F238E27FC236}">
                <a16:creationId xmlns:a16="http://schemas.microsoft.com/office/drawing/2014/main" id="{65DB11DA-A809-5EA2-7A8A-2903346BF582}"/>
              </a:ext>
            </a:extLst>
          </p:cNvPr>
          <p:cNvSpPr/>
          <p:nvPr userDrawn="1"/>
        </p:nvSpPr>
        <p:spPr>
          <a:xfrm>
            <a:off x="11273893" y="6500840"/>
            <a:ext cx="177275" cy="166661"/>
          </a:xfrm>
          <a:prstGeom prst="rect">
            <a:avLst/>
          </a:prstGeom>
          <a:solidFill>
            <a:srgbClr val="FF6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Holder 4">
            <a:extLst>
              <a:ext uri="{FF2B5EF4-FFF2-40B4-BE49-F238E27FC236}">
                <a16:creationId xmlns:a16="http://schemas.microsoft.com/office/drawing/2014/main" id="{EA34FAC3-3441-D84D-4E2C-6E0740AB38E4}"/>
              </a:ext>
            </a:extLst>
          </p:cNvPr>
          <p:cNvSpPr>
            <a:spLocks noGrp="1"/>
          </p:cNvSpPr>
          <p:nvPr>
            <p:ph type="ftr" sz="quarter" idx="5"/>
          </p:nvPr>
        </p:nvSpPr>
        <p:spPr>
          <a:xfrm>
            <a:off x="8885403" y="6529311"/>
            <a:ext cx="2142316" cy="105798"/>
          </a:xfrm>
        </p:spPr>
        <p:txBody>
          <a:bodyPr lIns="0" tIns="0" rIns="0" bIns="0"/>
          <a:lstStyle>
            <a:lvl1pPr>
              <a:defRPr sz="700" b="0" i="0">
                <a:solidFill>
                  <a:schemeClr val="bg1"/>
                </a:solidFill>
                <a:latin typeface="Arial"/>
                <a:cs typeface="Arial"/>
              </a:defRPr>
            </a:lvl1pPr>
          </a:lstStyle>
          <a:p>
            <a:pPr marL="12700">
              <a:spcBef>
                <a:spcPts val="30"/>
              </a:spcBef>
            </a:pPr>
            <a:r>
              <a:rPr lang="en-GB"/>
              <a:t>Drawbridge -</a:t>
            </a:r>
            <a:r>
              <a:rPr lang="en-GB" spc="5"/>
              <a:t> </a:t>
            </a:r>
            <a:r>
              <a:rPr lang="en-GB" spc="-10"/>
              <a:t>Confidential</a:t>
            </a:r>
            <a:r>
              <a:rPr lang="en-GB" spc="5"/>
              <a:t> </a:t>
            </a:r>
            <a:r>
              <a:rPr lang="en-GB"/>
              <a:t>&amp;</a:t>
            </a:r>
            <a:r>
              <a:rPr lang="en-GB" spc="5"/>
              <a:t> </a:t>
            </a:r>
            <a:r>
              <a:rPr lang="en-GB" spc="-10"/>
              <a:t>Proprietary</a:t>
            </a:r>
          </a:p>
        </p:txBody>
      </p:sp>
      <p:sp>
        <p:nvSpPr>
          <p:cNvPr id="11" name="Rectangle 10">
            <a:extLst>
              <a:ext uri="{FF2B5EF4-FFF2-40B4-BE49-F238E27FC236}">
                <a16:creationId xmlns:a16="http://schemas.microsoft.com/office/drawing/2014/main" id="{18DB41A6-2CF1-56C1-DF16-422D68E9F0EB}"/>
              </a:ext>
            </a:extLst>
          </p:cNvPr>
          <p:cNvSpPr/>
          <p:nvPr userDrawn="1"/>
        </p:nvSpPr>
        <p:spPr>
          <a:xfrm>
            <a:off x="-2392" y="-12288"/>
            <a:ext cx="338667" cy="6870670"/>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604FD16F-B1D5-691F-6B3D-394BEFA5BFDF}"/>
              </a:ext>
            </a:extLst>
          </p:cNvPr>
          <p:cNvPicPr>
            <a:picLocks noChangeAspect="1"/>
          </p:cNvPicPr>
          <p:nvPr userDrawn="1"/>
        </p:nvPicPr>
        <p:blipFill>
          <a:blip r:embed="rId3"/>
          <a:stretch>
            <a:fillRect/>
          </a:stretch>
        </p:blipFill>
        <p:spPr>
          <a:xfrm>
            <a:off x="740832" y="6500840"/>
            <a:ext cx="1453704" cy="171608"/>
          </a:xfrm>
          <a:prstGeom prst="rect">
            <a:avLst/>
          </a:prstGeom>
        </p:spPr>
      </p:pic>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8DB41A6-2CF1-56C1-DF16-422D68E9F0EB}"/>
              </a:ext>
            </a:extLst>
          </p:cNvPr>
          <p:cNvSpPr/>
          <p:nvPr userDrawn="1"/>
        </p:nvSpPr>
        <p:spPr>
          <a:xfrm>
            <a:off x="-2392" y="-12288"/>
            <a:ext cx="338667" cy="6870288"/>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71444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9" name="Picture 8" descr="A close-up of a metal structure&#10;&#10;AI-generated content may be incorrect.">
            <a:extLst>
              <a:ext uri="{FF2B5EF4-FFF2-40B4-BE49-F238E27FC236}">
                <a16:creationId xmlns:a16="http://schemas.microsoft.com/office/drawing/2014/main" id="{DDEE7D85-5168-EF7B-ACCF-6382A64E4757}"/>
              </a:ext>
            </a:extLst>
          </p:cNvPr>
          <p:cNvPicPr>
            <a:picLocks noChangeAspect="1"/>
          </p:cNvPicPr>
          <p:nvPr userDrawn="1"/>
        </p:nvPicPr>
        <p:blipFill>
          <a:blip r:embed="rId2"/>
          <a:srcRect r="26737"/>
          <a:stretch>
            <a:fillRect/>
          </a:stretch>
        </p:blipFill>
        <p:spPr>
          <a:xfrm>
            <a:off x="5375908" y="-12288"/>
            <a:ext cx="6816091" cy="6981134"/>
          </a:xfrm>
          <a:prstGeom prst="rect">
            <a:avLst/>
          </a:prstGeom>
        </p:spPr>
      </p:pic>
      <p:sp>
        <p:nvSpPr>
          <p:cNvPr id="11" name="Rectangle 10">
            <a:extLst>
              <a:ext uri="{FF2B5EF4-FFF2-40B4-BE49-F238E27FC236}">
                <a16:creationId xmlns:a16="http://schemas.microsoft.com/office/drawing/2014/main" id="{18DB41A6-2CF1-56C1-DF16-422D68E9F0EB}"/>
              </a:ext>
            </a:extLst>
          </p:cNvPr>
          <p:cNvSpPr/>
          <p:nvPr userDrawn="1"/>
        </p:nvSpPr>
        <p:spPr>
          <a:xfrm>
            <a:off x="-2392" y="-12288"/>
            <a:ext cx="338667" cy="7035800"/>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96A01C9F-3980-F6D8-1EE3-1CE9FB179290}"/>
              </a:ext>
            </a:extLst>
          </p:cNvPr>
          <p:cNvSpPr/>
          <p:nvPr userDrawn="1"/>
        </p:nvSpPr>
        <p:spPr>
          <a:xfrm>
            <a:off x="336275" y="-12288"/>
            <a:ext cx="5759725" cy="7035800"/>
          </a:xfrm>
          <a:prstGeom prst="rect">
            <a:avLst/>
          </a:prstGeom>
          <a:solidFill>
            <a:srgbClr val="101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1968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6BACB9A-BDD2-4C8D-4B44-FBEE14B9455C}"/>
              </a:ext>
            </a:extLst>
          </p:cNvPr>
          <p:cNvSpPr/>
          <p:nvPr userDrawn="1"/>
        </p:nvSpPr>
        <p:spPr>
          <a:xfrm>
            <a:off x="166941" y="-11941"/>
            <a:ext cx="12025059" cy="1898613"/>
          </a:xfrm>
          <a:prstGeom prst="rect">
            <a:avLst/>
          </a:prstGeom>
          <a:solidFill>
            <a:srgbClr val="10181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 name="bg object 184">
            <a:extLst>
              <a:ext uri="{FF2B5EF4-FFF2-40B4-BE49-F238E27FC236}">
                <a16:creationId xmlns:a16="http://schemas.microsoft.com/office/drawing/2014/main" id="{6FAAB326-4140-93BE-63F4-EFF3ABB9F08A}"/>
              </a:ext>
            </a:extLst>
          </p:cNvPr>
          <p:cNvSpPr/>
          <p:nvPr userDrawn="1"/>
        </p:nvSpPr>
        <p:spPr>
          <a:xfrm>
            <a:off x="1" y="6327649"/>
            <a:ext cx="12192000" cy="530733"/>
          </a:xfrm>
          <a:custGeom>
            <a:avLst/>
            <a:gdLst/>
            <a:ahLst/>
            <a:cxnLst/>
            <a:rect l="l" t="t" r="r" b="b"/>
            <a:pathLst>
              <a:path w="8947785" h="540385">
                <a:moveTo>
                  <a:pt x="0" y="540003"/>
                </a:moveTo>
                <a:lnTo>
                  <a:pt x="8947162" y="540003"/>
                </a:lnTo>
                <a:lnTo>
                  <a:pt x="8947162" y="0"/>
                </a:lnTo>
                <a:lnTo>
                  <a:pt x="0" y="0"/>
                </a:lnTo>
                <a:lnTo>
                  <a:pt x="0" y="540003"/>
                </a:lnTo>
                <a:close/>
              </a:path>
            </a:pathLst>
          </a:custGeom>
          <a:solidFill>
            <a:srgbClr val="101820"/>
          </a:solidFill>
        </p:spPr>
        <p:txBody>
          <a:bodyPr wrap="square" lIns="0" tIns="0" rIns="0" bIns="0" rtlCol="0"/>
          <a:lstStyle/>
          <a:p>
            <a:endParaRPr sz="1800"/>
          </a:p>
        </p:txBody>
      </p:sp>
      <p:pic>
        <p:nvPicPr>
          <p:cNvPr id="4" name="bg object 185">
            <a:extLst>
              <a:ext uri="{FF2B5EF4-FFF2-40B4-BE49-F238E27FC236}">
                <a16:creationId xmlns:a16="http://schemas.microsoft.com/office/drawing/2014/main" id="{0409077C-6531-EABD-F9E9-1A38BF6B75EF}"/>
              </a:ext>
            </a:extLst>
          </p:cNvPr>
          <p:cNvPicPr/>
          <p:nvPr userDrawn="1"/>
        </p:nvPicPr>
        <p:blipFill>
          <a:blip r:embed="rId2" cstate="print"/>
          <a:stretch>
            <a:fillRect/>
          </a:stretch>
        </p:blipFill>
        <p:spPr>
          <a:xfrm>
            <a:off x="336276" y="6327642"/>
            <a:ext cx="11854893" cy="530359"/>
          </a:xfrm>
          <a:prstGeom prst="rect">
            <a:avLst/>
          </a:prstGeom>
        </p:spPr>
      </p:pic>
      <p:sp>
        <p:nvSpPr>
          <p:cNvPr id="5" name="Holder 4">
            <a:extLst>
              <a:ext uri="{FF2B5EF4-FFF2-40B4-BE49-F238E27FC236}">
                <a16:creationId xmlns:a16="http://schemas.microsoft.com/office/drawing/2014/main" id="{DA97C7C6-7FA8-3657-3C90-9EE831A07D8F}"/>
              </a:ext>
            </a:extLst>
          </p:cNvPr>
          <p:cNvSpPr>
            <a:spLocks noGrp="1"/>
          </p:cNvSpPr>
          <p:nvPr>
            <p:ph type="ftr" sz="quarter" idx="5"/>
          </p:nvPr>
        </p:nvSpPr>
        <p:spPr>
          <a:xfrm>
            <a:off x="8885403" y="6529311"/>
            <a:ext cx="2142316" cy="105798"/>
          </a:xfrm>
        </p:spPr>
        <p:txBody>
          <a:bodyPr lIns="0" tIns="0" rIns="0" bIns="0"/>
          <a:lstStyle>
            <a:lvl1pPr>
              <a:defRPr sz="700" b="0" i="0">
                <a:solidFill>
                  <a:schemeClr val="bg1"/>
                </a:solidFill>
                <a:latin typeface="Arial"/>
                <a:cs typeface="Arial"/>
              </a:defRPr>
            </a:lvl1pPr>
          </a:lstStyle>
          <a:p>
            <a:pPr marL="12700">
              <a:spcBef>
                <a:spcPts val="30"/>
              </a:spcBef>
            </a:pPr>
            <a:r>
              <a:rPr lang="en-GB"/>
              <a:t>Drawbridge -</a:t>
            </a:r>
            <a:r>
              <a:rPr lang="en-GB" spc="5"/>
              <a:t> </a:t>
            </a:r>
            <a:r>
              <a:rPr lang="en-GB" spc="-10"/>
              <a:t>Confidential</a:t>
            </a:r>
            <a:r>
              <a:rPr lang="en-GB" spc="5"/>
              <a:t> </a:t>
            </a:r>
            <a:r>
              <a:rPr lang="en-GB"/>
              <a:t>&amp;</a:t>
            </a:r>
            <a:r>
              <a:rPr lang="en-GB" spc="5"/>
              <a:t> </a:t>
            </a:r>
            <a:r>
              <a:rPr lang="en-GB" spc="-10"/>
              <a:t>Proprietary</a:t>
            </a:r>
          </a:p>
        </p:txBody>
      </p:sp>
      <p:sp>
        <p:nvSpPr>
          <p:cNvPr id="7" name="Rectangle 6">
            <a:extLst>
              <a:ext uri="{FF2B5EF4-FFF2-40B4-BE49-F238E27FC236}">
                <a16:creationId xmlns:a16="http://schemas.microsoft.com/office/drawing/2014/main" id="{9D8CDCB4-23DE-13FB-CF7A-F4FA80AB0CAC}"/>
              </a:ext>
            </a:extLst>
          </p:cNvPr>
          <p:cNvSpPr/>
          <p:nvPr userDrawn="1"/>
        </p:nvSpPr>
        <p:spPr>
          <a:xfrm>
            <a:off x="-2392" y="-12288"/>
            <a:ext cx="338667" cy="6870670"/>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D57F214E-009E-D203-0C1E-F698C6023BA8}"/>
              </a:ext>
            </a:extLst>
          </p:cNvPr>
          <p:cNvSpPr/>
          <p:nvPr userDrawn="1"/>
        </p:nvSpPr>
        <p:spPr>
          <a:xfrm>
            <a:off x="11273893" y="6500840"/>
            <a:ext cx="177275" cy="166661"/>
          </a:xfrm>
          <a:prstGeom prst="rect">
            <a:avLst/>
          </a:prstGeom>
          <a:solidFill>
            <a:srgbClr val="FF6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1B61CA18-E632-7664-3EDC-C7FB1678A7D1}"/>
              </a:ext>
            </a:extLst>
          </p:cNvPr>
          <p:cNvPicPr>
            <a:picLocks noChangeAspect="1"/>
          </p:cNvPicPr>
          <p:nvPr userDrawn="1"/>
        </p:nvPicPr>
        <p:blipFill>
          <a:blip r:embed="rId3"/>
          <a:stretch>
            <a:fillRect/>
          </a:stretch>
        </p:blipFill>
        <p:spPr>
          <a:xfrm>
            <a:off x="740832" y="6500840"/>
            <a:ext cx="1453704" cy="171608"/>
          </a:xfrm>
          <a:prstGeom prst="rect">
            <a:avLst/>
          </a:prstGeom>
        </p:spPr>
      </p:pic>
    </p:spTree>
    <p:extLst>
      <p:ext uri="{BB962C8B-B14F-4D97-AF65-F5344CB8AC3E}">
        <p14:creationId xmlns:p14="http://schemas.microsoft.com/office/powerpoint/2010/main" val="1840726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6BACB9A-BDD2-4C8D-4B44-FBEE14B9455C}"/>
              </a:ext>
            </a:extLst>
          </p:cNvPr>
          <p:cNvSpPr/>
          <p:nvPr userDrawn="1"/>
        </p:nvSpPr>
        <p:spPr>
          <a:xfrm>
            <a:off x="166941" y="1541404"/>
            <a:ext cx="12025059" cy="4796874"/>
          </a:xfrm>
          <a:prstGeom prst="rect">
            <a:avLst/>
          </a:prstGeom>
          <a:solidFill>
            <a:srgbClr val="10181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 name="bg object 184">
            <a:extLst>
              <a:ext uri="{FF2B5EF4-FFF2-40B4-BE49-F238E27FC236}">
                <a16:creationId xmlns:a16="http://schemas.microsoft.com/office/drawing/2014/main" id="{6FAAB326-4140-93BE-63F4-EFF3ABB9F08A}"/>
              </a:ext>
            </a:extLst>
          </p:cNvPr>
          <p:cNvSpPr/>
          <p:nvPr userDrawn="1"/>
        </p:nvSpPr>
        <p:spPr>
          <a:xfrm>
            <a:off x="1" y="6327649"/>
            <a:ext cx="12192000" cy="530733"/>
          </a:xfrm>
          <a:custGeom>
            <a:avLst/>
            <a:gdLst/>
            <a:ahLst/>
            <a:cxnLst/>
            <a:rect l="l" t="t" r="r" b="b"/>
            <a:pathLst>
              <a:path w="8947785" h="540385">
                <a:moveTo>
                  <a:pt x="0" y="540003"/>
                </a:moveTo>
                <a:lnTo>
                  <a:pt x="8947162" y="540003"/>
                </a:lnTo>
                <a:lnTo>
                  <a:pt x="8947162" y="0"/>
                </a:lnTo>
                <a:lnTo>
                  <a:pt x="0" y="0"/>
                </a:lnTo>
                <a:lnTo>
                  <a:pt x="0" y="540003"/>
                </a:lnTo>
                <a:close/>
              </a:path>
            </a:pathLst>
          </a:custGeom>
          <a:solidFill>
            <a:srgbClr val="101820"/>
          </a:solidFill>
        </p:spPr>
        <p:txBody>
          <a:bodyPr wrap="square" lIns="0" tIns="0" rIns="0" bIns="0" rtlCol="0"/>
          <a:lstStyle/>
          <a:p>
            <a:endParaRPr sz="1800"/>
          </a:p>
        </p:txBody>
      </p:sp>
      <p:pic>
        <p:nvPicPr>
          <p:cNvPr id="4" name="bg object 185">
            <a:extLst>
              <a:ext uri="{FF2B5EF4-FFF2-40B4-BE49-F238E27FC236}">
                <a16:creationId xmlns:a16="http://schemas.microsoft.com/office/drawing/2014/main" id="{0409077C-6531-EABD-F9E9-1A38BF6B75EF}"/>
              </a:ext>
            </a:extLst>
          </p:cNvPr>
          <p:cNvPicPr/>
          <p:nvPr userDrawn="1"/>
        </p:nvPicPr>
        <p:blipFill>
          <a:blip r:embed="rId2" cstate="print"/>
          <a:stretch>
            <a:fillRect/>
          </a:stretch>
        </p:blipFill>
        <p:spPr>
          <a:xfrm>
            <a:off x="336276" y="6327642"/>
            <a:ext cx="12022664" cy="530359"/>
          </a:xfrm>
          <a:prstGeom prst="rect">
            <a:avLst/>
          </a:prstGeom>
        </p:spPr>
      </p:pic>
      <p:sp>
        <p:nvSpPr>
          <p:cNvPr id="5" name="Holder 4">
            <a:extLst>
              <a:ext uri="{FF2B5EF4-FFF2-40B4-BE49-F238E27FC236}">
                <a16:creationId xmlns:a16="http://schemas.microsoft.com/office/drawing/2014/main" id="{DA97C7C6-7FA8-3657-3C90-9EE831A07D8F}"/>
              </a:ext>
            </a:extLst>
          </p:cNvPr>
          <p:cNvSpPr>
            <a:spLocks noGrp="1"/>
          </p:cNvSpPr>
          <p:nvPr>
            <p:ph type="ftr" sz="quarter" idx="5"/>
          </p:nvPr>
        </p:nvSpPr>
        <p:spPr>
          <a:xfrm>
            <a:off x="8885403" y="6529311"/>
            <a:ext cx="2142316" cy="105798"/>
          </a:xfrm>
        </p:spPr>
        <p:txBody>
          <a:bodyPr lIns="0" tIns="0" rIns="0" bIns="0"/>
          <a:lstStyle>
            <a:lvl1pPr>
              <a:defRPr sz="700" b="0" i="0">
                <a:solidFill>
                  <a:schemeClr val="bg1"/>
                </a:solidFill>
                <a:latin typeface="Arial"/>
                <a:cs typeface="Arial"/>
              </a:defRPr>
            </a:lvl1pPr>
          </a:lstStyle>
          <a:p>
            <a:pPr marL="12700">
              <a:spcBef>
                <a:spcPts val="30"/>
              </a:spcBef>
            </a:pPr>
            <a:r>
              <a:rPr lang="en-GB"/>
              <a:t>Drawbridge -</a:t>
            </a:r>
            <a:r>
              <a:rPr lang="en-GB" spc="5"/>
              <a:t> </a:t>
            </a:r>
            <a:r>
              <a:rPr lang="en-GB" spc="-10"/>
              <a:t>Confidential</a:t>
            </a:r>
            <a:r>
              <a:rPr lang="en-GB" spc="5"/>
              <a:t> </a:t>
            </a:r>
            <a:r>
              <a:rPr lang="en-GB"/>
              <a:t>&amp;</a:t>
            </a:r>
            <a:r>
              <a:rPr lang="en-GB" spc="5"/>
              <a:t> </a:t>
            </a:r>
            <a:r>
              <a:rPr lang="en-GB" spc="-10"/>
              <a:t>Proprietary</a:t>
            </a:r>
          </a:p>
        </p:txBody>
      </p:sp>
      <p:sp>
        <p:nvSpPr>
          <p:cNvPr id="7" name="Rectangle 6">
            <a:extLst>
              <a:ext uri="{FF2B5EF4-FFF2-40B4-BE49-F238E27FC236}">
                <a16:creationId xmlns:a16="http://schemas.microsoft.com/office/drawing/2014/main" id="{9D8CDCB4-23DE-13FB-CF7A-F4FA80AB0CAC}"/>
              </a:ext>
            </a:extLst>
          </p:cNvPr>
          <p:cNvSpPr/>
          <p:nvPr userDrawn="1"/>
        </p:nvSpPr>
        <p:spPr>
          <a:xfrm>
            <a:off x="-2392" y="-12288"/>
            <a:ext cx="338667" cy="6870670"/>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D57F214E-009E-D203-0C1E-F698C6023BA8}"/>
              </a:ext>
            </a:extLst>
          </p:cNvPr>
          <p:cNvSpPr/>
          <p:nvPr userDrawn="1"/>
        </p:nvSpPr>
        <p:spPr>
          <a:xfrm>
            <a:off x="11273893" y="6500840"/>
            <a:ext cx="177275" cy="166661"/>
          </a:xfrm>
          <a:prstGeom prst="rect">
            <a:avLst/>
          </a:prstGeom>
          <a:solidFill>
            <a:srgbClr val="FF6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1B61CA18-E632-7664-3EDC-C7FB1678A7D1}"/>
              </a:ext>
            </a:extLst>
          </p:cNvPr>
          <p:cNvPicPr>
            <a:picLocks noChangeAspect="1"/>
          </p:cNvPicPr>
          <p:nvPr userDrawn="1"/>
        </p:nvPicPr>
        <p:blipFill>
          <a:blip r:embed="rId3"/>
          <a:stretch>
            <a:fillRect/>
          </a:stretch>
        </p:blipFill>
        <p:spPr>
          <a:xfrm>
            <a:off x="740832" y="6500840"/>
            <a:ext cx="1453704" cy="171608"/>
          </a:xfrm>
          <a:prstGeom prst="rect">
            <a:avLst/>
          </a:prstGeom>
        </p:spPr>
      </p:pic>
    </p:spTree>
    <p:extLst>
      <p:ext uri="{BB962C8B-B14F-4D97-AF65-F5344CB8AC3E}">
        <p14:creationId xmlns:p14="http://schemas.microsoft.com/office/powerpoint/2010/main" val="1737015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AFDDDB-0163-00BF-A3DF-E27B26279F9E}"/>
              </a:ext>
            </a:extLst>
          </p:cNvPr>
          <p:cNvSpPr/>
          <p:nvPr userDrawn="1"/>
        </p:nvSpPr>
        <p:spPr>
          <a:xfrm>
            <a:off x="166941" y="0"/>
            <a:ext cx="12024227" cy="6364180"/>
          </a:xfrm>
          <a:prstGeom prst="rect">
            <a:avLst/>
          </a:prstGeom>
          <a:solidFill>
            <a:srgbClr val="10181F"/>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7" name="bg object 184">
            <a:extLst>
              <a:ext uri="{FF2B5EF4-FFF2-40B4-BE49-F238E27FC236}">
                <a16:creationId xmlns:a16="http://schemas.microsoft.com/office/drawing/2014/main" id="{B03B4E8C-0D4B-159A-2479-7A8411B53E9E}"/>
              </a:ext>
            </a:extLst>
          </p:cNvPr>
          <p:cNvSpPr/>
          <p:nvPr userDrawn="1"/>
        </p:nvSpPr>
        <p:spPr>
          <a:xfrm>
            <a:off x="1" y="6327649"/>
            <a:ext cx="12192000" cy="530733"/>
          </a:xfrm>
          <a:custGeom>
            <a:avLst/>
            <a:gdLst/>
            <a:ahLst/>
            <a:cxnLst/>
            <a:rect l="l" t="t" r="r" b="b"/>
            <a:pathLst>
              <a:path w="8947785" h="540385">
                <a:moveTo>
                  <a:pt x="0" y="540003"/>
                </a:moveTo>
                <a:lnTo>
                  <a:pt x="8947162" y="540003"/>
                </a:lnTo>
                <a:lnTo>
                  <a:pt x="8947162" y="0"/>
                </a:lnTo>
                <a:lnTo>
                  <a:pt x="0" y="0"/>
                </a:lnTo>
                <a:lnTo>
                  <a:pt x="0" y="540003"/>
                </a:lnTo>
                <a:close/>
              </a:path>
            </a:pathLst>
          </a:custGeom>
          <a:solidFill>
            <a:srgbClr val="101820"/>
          </a:solidFill>
        </p:spPr>
        <p:txBody>
          <a:bodyPr wrap="square" lIns="0" tIns="0" rIns="0" bIns="0" rtlCol="0"/>
          <a:lstStyle/>
          <a:p>
            <a:endParaRPr sz="1800"/>
          </a:p>
        </p:txBody>
      </p:sp>
      <p:pic>
        <p:nvPicPr>
          <p:cNvPr id="3" name="bg object 185">
            <a:extLst>
              <a:ext uri="{FF2B5EF4-FFF2-40B4-BE49-F238E27FC236}">
                <a16:creationId xmlns:a16="http://schemas.microsoft.com/office/drawing/2014/main" id="{38236168-661E-8382-A4B2-87173A313115}"/>
              </a:ext>
            </a:extLst>
          </p:cNvPr>
          <p:cNvPicPr/>
          <p:nvPr userDrawn="1"/>
        </p:nvPicPr>
        <p:blipFill>
          <a:blip r:embed="rId2" cstate="print"/>
          <a:stretch>
            <a:fillRect/>
          </a:stretch>
        </p:blipFill>
        <p:spPr>
          <a:xfrm>
            <a:off x="336276" y="6327642"/>
            <a:ext cx="11854893" cy="530359"/>
          </a:xfrm>
          <a:prstGeom prst="rect">
            <a:avLst/>
          </a:prstGeom>
        </p:spPr>
      </p:pic>
      <p:sp>
        <p:nvSpPr>
          <p:cNvPr id="9" name="Holder 4">
            <a:extLst>
              <a:ext uri="{FF2B5EF4-FFF2-40B4-BE49-F238E27FC236}">
                <a16:creationId xmlns:a16="http://schemas.microsoft.com/office/drawing/2014/main" id="{EA34FAC3-3441-D84D-4E2C-6E0740AB38E4}"/>
              </a:ext>
            </a:extLst>
          </p:cNvPr>
          <p:cNvSpPr>
            <a:spLocks noGrp="1"/>
          </p:cNvSpPr>
          <p:nvPr>
            <p:ph type="ftr" sz="quarter" idx="5"/>
          </p:nvPr>
        </p:nvSpPr>
        <p:spPr>
          <a:xfrm>
            <a:off x="8885403" y="6529311"/>
            <a:ext cx="2142316" cy="105798"/>
          </a:xfrm>
        </p:spPr>
        <p:txBody>
          <a:bodyPr lIns="0" tIns="0" rIns="0" bIns="0"/>
          <a:lstStyle>
            <a:lvl1pPr>
              <a:defRPr sz="700" b="0" i="0">
                <a:solidFill>
                  <a:schemeClr val="bg1"/>
                </a:solidFill>
                <a:latin typeface="Arial"/>
                <a:cs typeface="Arial"/>
              </a:defRPr>
            </a:lvl1pPr>
          </a:lstStyle>
          <a:p>
            <a:pPr marL="12700">
              <a:spcBef>
                <a:spcPts val="30"/>
              </a:spcBef>
            </a:pPr>
            <a:r>
              <a:rPr lang="en-GB"/>
              <a:t>Drawbridge -</a:t>
            </a:r>
            <a:r>
              <a:rPr lang="en-GB" spc="5"/>
              <a:t> </a:t>
            </a:r>
            <a:r>
              <a:rPr lang="en-GB" spc="-10"/>
              <a:t>Confidential</a:t>
            </a:r>
            <a:r>
              <a:rPr lang="en-GB" spc="5"/>
              <a:t> </a:t>
            </a:r>
            <a:r>
              <a:rPr lang="en-GB"/>
              <a:t>&amp;</a:t>
            </a:r>
            <a:r>
              <a:rPr lang="en-GB" spc="5"/>
              <a:t> </a:t>
            </a:r>
            <a:r>
              <a:rPr lang="en-GB" spc="-10"/>
              <a:t>Proprietary</a:t>
            </a:r>
          </a:p>
        </p:txBody>
      </p:sp>
      <p:sp>
        <p:nvSpPr>
          <p:cNvPr id="11" name="Rectangle 10">
            <a:extLst>
              <a:ext uri="{FF2B5EF4-FFF2-40B4-BE49-F238E27FC236}">
                <a16:creationId xmlns:a16="http://schemas.microsoft.com/office/drawing/2014/main" id="{18DB41A6-2CF1-56C1-DF16-422D68E9F0EB}"/>
              </a:ext>
            </a:extLst>
          </p:cNvPr>
          <p:cNvSpPr/>
          <p:nvPr userDrawn="1"/>
        </p:nvSpPr>
        <p:spPr>
          <a:xfrm>
            <a:off x="-2392" y="-12288"/>
            <a:ext cx="338667" cy="6870670"/>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6E91F191-2983-E757-9590-814EA42F4EB4}"/>
              </a:ext>
            </a:extLst>
          </p:cNvPr>
          <p:cNvSpPr/>
          <p:nvPr userDrawn="1"/>
        </p:nvSpPr>
        <p:spPr>
          <a:xfrm>
            <a:off x="11228953" y="6500840"/>
            <a:ext cx="222215" cy="166661"/>
          </a:xfrm>
          <a:prstGeom prst="rect">
            <a:avLst/>
          </a:prstGeom>
          <a:solidFill>
            <a:srgbClr val="FF6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 name="Holder 6">
            <a:extLst>
              <a:ext uri="{FF2B5EF4-FFF2-40B4-BE49-F238E27FC236}">
                <a16:creationId xmlns:a16="http://schemas.microsoft.com/office/drawing/2014/main" id="{CD8A7629-8579-868B-032F-76A291934579}"/>
              </a:ext>
            </a:extLst>
          </p:cNvPr>
          <p:cNvSpPr>
            <a:spLocks noGrp="1"/>
          </p:cNvSpPr>
          <p:nvPr>
            <p:ph type="sldNum" sz="quarter" idx="7"/>
          </p:nvPr>
        </p:nvSpPr>
        <p:spPr>
          <a:xfrm>
            <a:off x="11160370" y="6529311"/>
            <a:ext cx="313407" cy="105798"/>
          </a:xfrm>
        </p:spPr>
        <p:txBody>
          <a:bodyPr lIns="0" tIns="0" rIns="0" bIns="0"/>
          <a:lstStyle>
            <a:lvl1pPr>
              <a:defRPr sz="700" b="0" i="0">
                <a:solidFill>
                  <a:schemeClr val="bg1"/>
                </a:solidFill>
                <a:latin typeface="Arial"/>
                <a:cs typeface="Arial"/>
              </a:defRPr>
            </a:lvl1pPr>
          </a:lstStyle>
          <a:p>
            <a:pPr marL="38100" algn="ctr">
              <a:spcBef>
                <a:spcPts val="30"/>
              </a:spcBef>
            </a:pPr>
            <a:fld id="{0D35939E-9533-F44B-B2C3-3B98246F1497}" type="slidenum">
              <a:rPr lang="en-GB" spc="-50" smtClean="0"/>
              <a:pPr marL="38100" algn="ctr">
                <a:spcBef>
                  <a:spcPts val="30"/>
                </a:spcBef>
              </a:pPr>
              <a:t>‹#›</a:t>
            </a:fld>
            <a:endParaRPr lang="en-GB" spc="-50"/>
          </a:p>
        </p:txBody>
      </p:sp>
      <p:pic>
        <p:nvPicPr>
          <p:cNvPr id="6" name="Picture 5">
            <a:extLst>
              <a:ext uri="{FF2B5EF4-FFF2-40B4-BE49-F238E27FC236}">
                <a16:creationId xmlns:a16="http://schemas.microsoft.com/office/drawing/2014/main" id="{F97A6AFC-B32B-1583-D707-551FC344E296}"/>
              </a:ext>
            </a:extLst>
          </p:cNvPr>
          <p:cNvPicPr>
            <a:picLocks noChangeAspect="1"/>
          </p:cNvPicPr>
          <p:nvPr userDrawn="1"/>
        </p:nvPicPr>
        <p:blipFill>
          <a:blip r:embed="rId3"/>
          <a:stretch>
            <a:fillRect/>
          </a:stretch>
        </p:blipFill>
        <p:spPr>
          <a:xfrm>
            <a:off x="918107" y="6500840"/>
            <a:ext cx="1453704" cy="171608"/>
          </a:xfrm>
          <a:prstGeom prst="rect">
            <a:avLst/>
          </a:prstGeom>
        </p:spPr>
      </p:pic>
    </p:spTree>
    <p:extLst>
      <p:ext uri="{BB962C8B-B14F-4D97-AF65-F5344CB8AC3E}">
        <p14:creationId xmlns:p14="http://schemas.microsoft.com/office/powerpoint/2010/main" val="1082784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4">
    <p:spTree>
      <p:nvGrpSpPr>
        <p:cNvPr id="1" name=""/>
        <p:cNvGrpSpPr/>
        <p:nvPr/>
      </p:nvGrpSpPr>
      <p:grpSpPr>
        <a:xfrm>
          <a:off x="0" y="0"/>
          <a:ext cx="0" cy="0"/>
          <a:chOff x="0" y="0"/>
          <a:chExt cx="0" cy="0"/>
        </a:xfrm>
      </p:grpSpPr>
      <p:sp>
        <p:nvSpPr>
          <p:cNvPr id="7" name="bg object 184">
            <a:extLst>
              <a:ext uri="{FF2B5EF4-FFF2-40B4-BE49-F238E27FC236}">
                <a16:creationId xmlns:a16="http://schemas.microsoft.com/office/drawing/2014/main" id="{B03B4E8C-0D4B-159A-2479-7A8411B53E9E}"/>
              </a:ext>
            </a:extLst>
          </p:cNvPr>
          <p:cNvSpPr/>
          <p:nvPr userDrawn="1"/>
        </p:nvSpPr>
        <p:spPr>
          <a:xfrm>
            <a:off x="1" y="6327649"/>
            <a:ext cx="12192000" cy="530733"/>
          </a:xfrm>
          <a:custGeom>
            <a:avLst/>
            <a:gdLst/>
            <a:ahLst/>
            <a:cxnLst/>
            <a:rect l="l" t="t" r="r" b="b"/>
            <a:pathLst>
              <a:path w="8947785" h="540385">
                <a:moveTo>
                  <a:pt x="0" y="540003"/>
                </a:moveTo>
                <a:lnTo>
                  <a:pt x="8947162" y="540003"/>
                </a:lnTo>
                <a:lnTo>
                  <a:pt x="8947162" y="0"/>
                </a:lnTo>
                <a:lnTo>
                  <a:pt x="0" y="0"/>
                </a:lnTo>
                <a:lnTo>
                  <a:pt x="0" y="540003"/>
                </a:lnTo>
                <a:close/>
              </a:path>
            </a:pathLst>
          </a:custGeom>
          <a:solidFill>
            <a:srgbClr val="101820"/>
          </a:solidFill>
        </p:spPr>
        <p:txBody>
          <a:bodyPr wrap="square" lIns="0" tIns="0" rIns="0" bIns="0" rtlCol="0"/>
          <a:lstStyle/>
          <a:p>
            <a:endParaRPr sz="1800"/>
          </a:p>
        </p:txBody>
      </p:sp>
      <p:pic>
        <p:nvPicPr>
          <p:cNvPr id="2" name="bg object 185">
            <a:extLst>
              <a:ext uri="{FF2B5EF4-FFF2-40B4-BE49-F238E27FC236}">
                <a16:creationId xmlns:a16="http://schemas.microsoft.com/office/drawing/2014/main" id="{DFE241DA-AEEE-10D5-6014-07291F7E189B}"/>
              </a:ext>
            </a:extLst>
          </p:cNvPr>
          <p:cNvPicPr/>
          <p:nvPr userDrawn="1"/>
        </p:nvPicPr>
        <p:blipFill>
          <a:blip r:embed="rId2" cstate="print"/>
          <a:stretch>
            <a:fillRect/>
          </a:stretch>
        </p:blipFill>
        <p:spPr>
          <a:xfrm>
            <a:off x="336276" y="6327642"/>
            <a:ext cx="11854893" cy="530359"/>
          </a:xfrm>
          <a:prstGeom prst="rect">
            <a:avLst/>
          </a:prstGeom>
        </p:spPr>
      </p:pic>
      <p:sp>
        <p:nvSpPr>
          <p:cNvPr id="11" name="Rectangle 10">
            <a:extLst>
              <a:ext uri="{FF2B5EF4-FFF2-40B4-BE49-F238E27FC236}">
                <a16:creationId xmlns:a16="http://schemas.microsoft.com/office/drawing/2014/main" id="{18DB41A6-2CF1-56C1-DF16-422D68E9F0EB}"/>
              </a:ext>
            </a:extLst>
          </p:cNvPr>
          <p:cNvSpPr/>
          <p:nvPr userDrawn="1"/>
        </p:nvSpPr>
        <p:spPr>
          <a:xfrm>
            <a:off x="-2392" y="-12288"/>
            <a:ext cx="338667" cy="7035800"/>
          </a:xfrm>
          <a:prstGeom prst="rect">
            <a:avLst/>
          </a:prstGeom>
          <a:solidFill>
            <a:srgbClr val="FF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604FD16F-B1D5-691F-6B3D-394BEFA5BFDF}"/>
              </a:ext>
            </a:extLst>
          </p:cNvPr>
          <p:cNvPicPr>
            <a:picLocks noChangeAspect="1"/>
          </p:cNvPicPr>
          <p:nvPr userDrawn="1"/>
        </p:nvPicPr>
        <p:blipFill>
          <a:blip r:embed="rId3"/>
          <a:stretch>
            <a:fillRect/>
          </a:stretch>
        </p:blipFill>
        <p:spPr>
          <a:xfrm>
            <a:off x="740832" y="6500840"/>
            <a:ext cx="1453704" cy="171608"/>
          </a:xfrm>
          <a:prstGeom prst="rect">
            <a:avLst/>
          </a:prstGeom>
        </p:spPr>
      </p:pic>
      <p:sp>
        <p:nvSpPr>
          <p:cNvPr id="5" name="Title 1">
            <a:extLst>
              <a:ext uri="{FF2B5EF4-FFF2-40B4-BE49-F238E27FC236}">
                <a16:creationId xmlns:a16="http://schemas.microsoft.com/office/drawing/2014/main" id="{995A00B1-57EB-85AE-BCD0-30C33C900C7C}"/>
              </a:ext>
            </a:extLst>
          </p:cNvPr>
          <p:cNvSpPr>
            <a:spLocks noGrp="1"/>
          </p:cNvSpPr>
          <p:nvPr>
            <p:ph type="title"/>
          </p:nvPr>
        </p:nvSpPr>
        <p:spPr>
          <a:xfrm>
            <a:off x="838200" y="365125"/>
            <a:ext cx="5053314" cy="1325563"/>
          </a:xfrm>
          <a:prstGeom prst="rect">
            <a:avLst/>
          </a:prstGeom>
        </p:spPr>
        <p:txBody>
          <a:bodyPr/>
          <a:lstStyle>
            <a:lvl1pPr algn="l">
              <a:defRPr sz="4000"/>
            </a:lvl1pPr>
          </a:lstStyle>
          <a:p>
            <a:r>
              <a:rPr lang="en-GB" dirty="0"/>
              <a:t>Click to edit Master title style</a:t>
            </a:r>
            <a:endParaRPr lang="en-US" dirty="0"/>
          </a:p>
        </p:txBody>
      </p:sp>
      <p:sp>
        <p:nvSpPr>
          <p:cNvPr id="6" name="Content Placeholder 2">
            <a:extLst>
              <a:ext uri="{FF2B5EF4-FFF2-40B4-BE49-F238E27FC236}">
                <a16:creationId xmlns:a16="http://schemas.microsoft.com/office/drawing/2014/main" id="{13F8AD40-9F43-6288-2DED-FFF9BCEC9D20}"/>
              </a:ext>
            </a:extLst>
          </p:cNvPr>
          <p:cNvSpPr>
            <a:spLocks noGrp="1"/>
          </p:cNvSpPr>
          <p:nvPr>
            <p:ph idx="1"/>
          </p:nvPr>
        </p:nvSpPr>
        <p:spPr>
          <a:xfrm>
            <a:off x="838200" y="1825625"/>
            <a:ext cx="5053314" cy="4088158"/>
          </a:xfrm>
          <a:prstGeom prst="rect">
            <a:avLst/>
          </a:prstGeom>
        </p:spPr>
        <p:txBody>
          <a:bodyPr/>
          <a:lstStyle>
            <a:lvl1pPr marL="342900" indent="-342900">
              <a:buClr>
                <a:srgbClr val="FF6800"/>
              </a:buClr>
              <a:buFont typeface="Wingdings" pitchFamily="2" charset="2"/>
              <a:buChar char="§"/>
              <a:defRPr sz="2400">
                <a:solidFill>
                  <a:schemeClr val="tx1">
                    <a:lumMod val="75000"/>
                    <a:lumOff val="25000"/>
                  </a:schemeClr>
                </a:solidFill>
              </a:defRPr>
            </a:lvl1pPr>
            <a:lvl2pPr>
              <a:buClr>
                <a:srgbClr val="FF6800"/>
              </a:buClr>
              <a:defRPr sz="2000">
                <a:solidFill>
                  <a:schemeClr val="tx1">
                    <a:lumMod val="75000"/>
                    <a:lumOff val="25000"/>
                  </a:schemeClr>
                </a:solidFill>
              </a:defRPr>
            </a:lvl2pPr>
            <a:lvl3pPr>
              <a:buClr>
                <a:srgbClr val="FF6800"/>
              </a:buClr>
              <a:defRPr sz="2000">
                <a:solidFill>
                  <a:schemeClr val="tx1">
                    <a:lumMod val="75000"/>
                    <a:lumOff val="25000"/>
                  </a:schemeClr>
                </a:solidFill>
              </a:defRPr>
            </a:lvl3pPr>
            <a:lvl4pPr>
              <a:buClr>
                <a:srgbClr val="FF6800"/>
              </a:buClr>
              <a:defRPr sz="1800">
                <a:solidFill>
                  <a:schemeClr val="tx1">
                    <a:lumMod val="75000"/>
                    <a:lumOff val="25000"/>
                  </a:schemeClr>
                </a:solidFill>
              </a:defRPr>
            </a:lvl4pPr>
            <a:lvl5pPr>
              <a:buClr>
                <a:srgbClr val="FF6800"/>
              </a:buClr>
              <a:defRPr sz="1800">
                <a:solidFill>
                  <a:schemeClr val="tx1">
                    <a:lumMod val="75000"/>
                    <a:lumOff val="25000"/>
                  </a:schemeClr>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Rectangle 7">
            <a:extLst>
              <a:ext uri="{FF2B5EF4-FFF2-40B4-BE49-F238E27FC236}">
                <a16:creationId xmlns:a16="http://schemas.microsoft.com/office/drawing/2014/main" id="{C9F6E3F9-C61D-9E10-9778-E9526BBE05A4}"/>
              </a:ext>
            </a:extLst>
          </p:cNvPr>
          <p:cNvSpPr/>
          <p:nvPr userDrawn="1"/>
        </p:nvSpPr>
        <p:spPr>
          <a:xfrm>
            <a:off x="11273893" y="6500840"/>
            <a:ext cx="177275" cy="166661"/>
          </a:xfrm>
          <a:prstGeom prst="rect">
            <a:avLst/>
          </a:prstGeom>
          <a:solidFill>
            <a:srgbClr val="FF6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TextBox 12">
            <a:extLst>
              <a:ext uri="{FF2B5EF4-FFF2-40B4-BE49-F238E27FC236}">
                <a16:creationId xmlns:a16="http://schemas.microsoft.com/office/drawing/2014/main" id="{E4D1FDBC-0517-1B76-4A47-17D7C4082505}"/>
              </a:ext>
            </a:extLst>
          </p:cNvPr>
          <p:cNvSpPr txBox="1"/>
          <p:nvPr userDrawn="1"/>
        </p:nvSpPr>
        <p:spPr>
          <a:xfrm>
            <a:off x="11168611" y="6500840"/>
            <a:ext cx="387837" cy="184666"/>
          </a:xfrm>
          <a:prstGeom prst="rect">
            <a:avLst/>
          </a:prstGeom>
          <a:noFill/>
        </p:spPr>
        <p:txBody>
          <a:bodyPr wrap="square" rtlCol="0">
            <a:spAutoFit/>
          </a:bodyPr>
          <a:lstStyle/>
          <a:p>
            <a:pPr algn="ctr"/>
            <a:fld id="{45D3DAB9-16C1-474B-A36A-AA871942EA96}" type="slidenum">
              <a:rPr lang="en-US" sz="600" smtClean="0"/>
              <a:t>‹#›</a:t>
            </a:fld>
            <a:endParaRPr lang="en-US" sz="600" dirty="0"/>
          </a:p>
        </p:txBody>
      </p:sp>
      <p:pic>
        <p:nvPicPr>
          <p:cNvPr id="3" name="Picture 2" descr="A black background with small squares&#10;&#10;AI-generated content may be incorrect.">
            <a:extLst>
              <a:ext uri="{FF2B5EF4-FFF2-40B4-BE49-F238E27FC236}">
                <a16:creationId xmlns:a16="http://schemas.microsoft.com/office/drawing/2014/main" id="{755CEC5C-BE89-BB6C-9FB4-CAC0F91FE20D}"/>
              </a:ext>
            </a:extLst>
          </p:cNvPr>
          <p:cNvPicPr>
            <a:picLocks noChangeAspect="1"/>
          </p:cNvPicPr>
          <p:nvPr userDrawn="1"/>
        </p:nvPicPr>
        <p:blipFill>
          <a:blip r:embed="rId4"/>
          <a:srcRect r="7346"/>
          <a:stretch/>
        </p:blipFill>
        <p:spPr>
          <a:xfrm rot="16200000">
            <a:off x="4591735" y="1612754"/>
            <a:ext cx="4251892" cy="1143001"/>
          </a:xfrm>
          <a:prstGeom prst="rect">
            <a:avLst/>
          </a:prstGeom>
        </p:spPr>
      </p:pic>
      <p:sp>
        <p:nvSpPr>
          <p:cNvPr id="9" name="Rounded Rectangle 8">
            <a:extLst>
              <a:ext uri="{FF2B5EF4-FFF2-40B4-BE49-F238E27FC236}">
                <a16:creationId xmlns:a16="http://schemas.microsoft.com/office/drawing/2014/main" id="{0B74F322-42D4-E96D-3F0C-B4733600B1AD}"/>
              </a:ext>
            </a:extLst>
          </p:cNvPr>
          <p:cNvSpPr/>
          <p:nvPr userDrawn="1"/>
        </p:nvSpPr>
        <p:spPr>
          <a:xfrm>
            <a:off x="6493397" y="365125"/>
            <a:ext cx="5145324" cy="5688434"/>
          </a:xfrm>
          <a:prstGeom prst="roundRect">
            <a:avLst>
              <a:gd name="adj" fmla="val 2706"/>
            </a:avLst>
          </a:prstGeom>
          <a:solidFill>
            <a:srgbClr val="FF6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1F92FA89-3744-840B-ED6C-9C4B58B7A184}"/>
              </a:ext>
            </a:extLst>
          </p:cNvPr>
          <p:cNvSpPr/>
          <p:nvPr userDrawn="1"/>
        </p:nvSpPr>
        <p:spPr>
          <a:xfrm rot="10800000">
            <a:off x="6493396" y="360696"/>
            <a:ext cx="5145323" cy="5688434"/>
          </a:xfrm>
          <a:prstGeom prst="roundRect">
            <a:avLst>
              <a:gd name="adj" fmla="val 3350"/>
            </a:avLst>
          </a:prstGeom>
          <a:blipFill dpi="0" rotWithShape="1">
            <a:blip r:embed="rId5" cstate="screen">
              <a:alphaModFix amt="20000"/>
              <a:extLst>
                <a:ext uri="{28A0092B-C50C-407E-A947-70E740481C1C}">
                  <a14:useLocalDpi xmlns:a14="http://schemas.microsoft.com/office/drawing/2010/main"/>
                </a:ext>
              </a:extLst>
            </a:blip>
            <a:srcRect/>
            <a:stretch>
              <a:fillRect l="-228230" t="-904" r="-25218" b="-690"/>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cap="none" spc="0">
              <a:ln w="22225">
                <a:solidFill>
                  <a:schemeClr val="accent2"/>
                </a:solidFill>
                <a:prstDash val="solid"/>
              </a:ln>
              <a:solidFill>
                <a:schemeClr val="accent2">
                  <a:lumMod val="40000"/>
                  <a:lumOff val="60000"/>
                </a:schemeClr>
              </a:solidFill>
              <a:effectLst/>
            </a:endParaRPr>
          </a:p>
        </p:txBody>
      </p:sp>
      <p:sp>
        <p:nvSpPr>
          <p:cNvPr id="10" name="Text Placeholder 2">
            <a:extLst>
              <a:ext uri="{FF2B5EF4-FFF2-40B4-BE49-F238E27FC236}">
                <a16:creationId xmlns:a16="http://schemas.microsoft.com/office/drawing/2014/main" id="{61D42F50-34BD-5531-6A7E-640EC72C5628}"/>
              </a:ext>
            </a:extLst>
          </p:cNvPr>
          <p:cNvSpPr>
            <a:spLocks noGrp="1"/>
          </p:cNvSpPr>
          <p:nvPr>
            <p:ph type="body" idx="10"/>
          </p:nvPr>
        </p:nvSpPr>
        <p:spPr>
          <a:xfrm>
            <a:off x="6949244" y="1420462"/>
            <a:ext cx="4219368" cy="2685327"/>
          </a:xfrm>
          <a:prstGeom prst="rect">
            <a:avLst/>
          </a:prstGeom>
        </p:spPr>
        <p:txBody>
          <a:bodyPr/>
          <a:lstStyle>
            <a:lvl1pPr marL="0" indent="0">
              <a:buNone/>
              <a:defRPr sz="16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Click to edit Master text styles</a:t>
            </a:r>
          </a:p>
        </p:txBody>
      </p:sp>
      <p:sp>
        <p:nvSpPr>
          <p:cNvPr id="12" name="Text Placeholder 2">
            <a:extLst>
              <a:ext uri="{FF2B5EF4-FFF2-40B4-BE49-F238E27FC236}">
                <a16:creationId xmlns:a16="http://schemas.microsoft.com/office/drawing/2014/main" id="{05313B7E-3A0E-F05D-5ECB-733A1D8DF970}"/>
              </a:ext>
            </a:extLst>
          </p:cNvPr>
          <p:cNvSpPr>
            <a:spLocks noGrp="1"/>
          </p:cNvSpPr>
          <p:nvPr>
            <p:ph type="body" idx="11"/>
          </p:nvPr>
        </p:nvSpPr>
        <p:spPr>
          <a:xfrm>
            <a:off x="6949244" y="737556"/>
            <a:ext cx="4219368" cy="510412"/>
          </a:xfrm>
          <a:prstGeom prst="rect">
            <a:avLst/>
          </a:prstGeom>
        </p:spPr>
        <p:txBody>
          <a:bodyPr/>
          <a:lstStyle>
            <a:lvl1pPr marL="0" indent="0">
              <a:buNone/>
              <a:defRPr sz="1800">
                <a:solidFill>
                  <a:sysClr val="windowText" lastClr="0000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dirty="0"/>
              <a:t>Click to edit Master text styles</a:t>
            </a:r>
          </a:p>
        </p:txBody>
      </p:sp>
    </p:spTree>
    <p:extLst>
      <p:ext uri="{BB962C8B-B14F-4D97-AF65-F5344CB8AC3E}">
        <p14:creationId xmlns:p14="http://schemas.microsoft.com/office/powerpoint/2010/main" val="232399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64" r:id="rId4"/>
    <p:sldLayoutId id="2147483656" r:id="rId5"/>
    <p:sldLayoutId id="2147483663" r:id="rId6"/>
    <p:sldLayoutId id="2147483661" r:id="rId7"/>
    <p:sldLayoutId id="2147483667"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079695-3E26-D767-8BAB-31CDA6812661}"/>
              </a:ext>
            </a:extLst>
          </p:cNvPr>
          <p:cNvPicPr>
            <a:picLocks noChangeAspect="1"/>
          </p:cNvPicPr>
          <p:nvPr/>
        </p:nvPicPr>
        <p:blipFill>
          <a:blip r:embed="rId2"/>
          <a:stretch>
            <a:fillRect/>
          </a:stretch>
        </p:blipFill>
        <p:spPr>
          <a:xfrm>
            <a:off x="983900" y="1006997"/>
            <a:ext cx="3771898" cy="445268"/>
          </a:xfrm>
          <a:prstGeom prst="rect">
            <a:avLst/>
          </a:prstGeom>
        </p:spPr>
      </p:pic>
      <p:pic>
        <p:nvPicPr>
          <p:cNvPr id="5" name="Picture 4" descr="A black and grey background with small squares&#10;&#10;AI-generated content may be incorrect.">
            <a:extLst>
              <a:ext uri="{FF2B5EF4-FFF2-40B4-BE49-F238E27FC236}">
                <a16:creationId xmlns:a16="http://schemas.microsoft.com/office/drawing/2014/main" id="{2C62C992-CDD3-FD37-DAB8-87248EF0E762}"/>
              </a:ext>
            </a:extLst>
          </p:cNvPr>
          <p:cNvPicPr>
            <a:picLocks noChangeAspect="1"/>
          </p:cNvPicPr>
          <p:nvPr/>
        </p:nvPicPr>
        <p:blipFill>
          <a:blip r:embed="rId3"/>
          <a:stretch>
            <a:fillRect/>
          </a:stretch>
        </p:blipFill>
        <p:spPr>
          <a:xfrm>
            <a:off x="8055610" y="1372618"/>
            <a:ext cx="4136390" cy="1030272"/>
          </a:xfrm>
          <a:prstGeom prst="rect">
            <a:avLst/>
          </a:prstGeom>
        </p:spPr>
      </p:pic>
      <p:sp>
        <p:nvSpPr>
          <p:cNvPr id="4" name="TextBox 3">
            <a:extLst>
              <a:ext uri="{FF2B5EF4-FFF2-40B4-BE49-F238E27FC236}">
                <a16:creationId xmlns:a16="http://schemas.microsoft.com/office/drawing/2014/main" id="{297F3E57-8956-6073-A2E6-F01D7016B795}"/>
              </a:ext>
            </a:extLst>
          </p:cNvPr>
          <p:cNvSpPr txBox="1"/>
          <p:nvPr/>
        </p:nvSpPr>
        <p:spPr>
          <a:xfrm>
            <a:off x="697674" y="3149468"/>
            <a:ext cx="9966367" cy="1200329"/>
          </a:xfrm>
          <a:prstGeom prst="rect">
            <a:avLst/>
          </a:prstGeom>
          <a:noFill/>
        </p:spPr>
        <p:txBody>
          <a:bodyPr wrap="square">
            <a:spAutoFit/>
          </a:bodyPr>
          <a:lstStyle/>
          <a:p>
            <a:r>
              <a:rPr lang="en-US" sz="3600" b="1" dirty="0">
                <a:solidFill>
                  <a:schemeClr val="bg1"/>
                </a:solidFill>
              </a:rPr>
              <a:t>GenAI Security Assessments: </a:t>
            </a:r>
          </a:p>
          <a:p>
            <a:r>
              <a:rPr lang="en-US" sz="3600" b="1" dirty="0">
                <a:solidFill>
                  <a:schemeClr val="bg1"/>
                </a:solidFill>
              </a:rPr>
              <a:t>ChatGPT &amp; Claude</a:t>
            </a:r>
          </a:p>
        </p:txBody>
      </p:sp>
    </p:spTree>
    <p:extLst>
      <p:ext uri="{BB962C8B-B14F-4D97-AF65-F5344CB8AC3E}">
        <p14:creationId xmlns:p14="http://schemas.microsoft.com/office/powerpoint/2010/main" val="1631260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E0A4505-6BDE-F2D5-1CC4-E255BB341ECB}"/>
              </a:ext>
            </a:extLst>
          </p:cNvPr>
          <p:cNvSpPr>
            <a:spLocks noGrp="1"/>
          </p:cNvSpPr>
          <p:nvPr>
            <p:ph type="title"/>
          </p:nvPr>
        </p:nvSpPr>
        <p:spPr>
          <a:xfrm>
            <a:off x="838200" y="365125"/>
            <a:ext cx="5257800" cy="1325563"/>
          </a:xfrm>
        </p:spPr>
        <p:txBody>
          <a:bodyPr/>
          <a:lstStyle/>
          <a:p>
            <a:r>
              <a:rPr lang="en-US" dirty="0"/>
              <a:t>WHY THIS MATTERS NOW</a:t>
            </a:r>
          </a:p>
        </p:txBody>
      </p:sp>
      <p:sp>
        <p:nvSpPr>
          <p:cNvPr id="8" name="Content Placeholder 7">
            <a:extLst>
              <a:ext uri="{FF2B5EF4-FFF2-40B4-BE49-F238E27FC236}">
                <a16:creationId xmlns:a16="http://schemas.microsoft.com/office/drawing/2014/main" id="{80EA7777-F213-B357-753C-7323482F3A50}"/>
              </a:ext>
            </a:extLst>
          </p:cNvPr>
          <p:cNvSpPr>
            <a:spLocks noGrp="1"/>
          </p:cNvSpPr>
          <p:nvPr>
            <p:ph idx="1"/>
          </p:nvPr>
        </p:nvSpPr>
        <p:spPr/>
        <p:txBody>
          <a:bodyPr>
            <a:normAutofit/>
          </a:bodyPr>
          <a:lstStyle/>
          <a:p>
            <a:r>
              <a:rPr lang="en-US" dirty="0"/>
              <a:t>AI adoption is accelerating faster than governance and security.</a:t>
            </a:r>
          </a:p>
          <a:p>
            <a:r>
              <a:rPr lang="en-US" dirty="0"/>
              <a:t>Most firms are already integrated AI into their workflows.</a:t>
            </a:r>
          </a:p>
          <a:p>
            <a:r>
              <a:rPr lang="en-US" dirty="0"/>
              <a:t>These new assessments help clients answer:</a:t>
            </a:r>
          </a:p>
          <a:p>
            <a:pPr lvl="1"/>
            <a:r>
              <a:rPr lang="en-US" dirty="0"/>
              <a:t>“Are we using AI safely, defensibly, and in a way that minimizes business risk?”</a:t>
            </a:r>
          </a:p>
          <a:p>
            <a:endParaRPr lang="en-US" dirty="0"/>
          </a:p>
        </p:txBody>
      </p:sp>
    </p:spTree>
    <p:extLst>
      <p:ext uri="{BB962C8B-B14F-4D97-AF65-F5344CB8AC3E}">
        <p14:creationId xmlns:p14="http://schemas.microsoft.com/office/powerpoint/2010/main" val="1353381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A4BE8-193F-354C-A54D-FC631D0D587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B7AC6B-B245-F70E-2AAB-E62752BA1E21}"/>
              </a:ext>
            </a:extLst>
          </p:cNvPr>
          <p:cNvSpPr>
            <a:spLocks noGrp="1"/>
          </p:cNvSpPr>
          <p:nvPr>
            <p:ph type="title"/>
          </p:nvPr>
        </p:nvSpPr>
        <p:spPr>
          <a:xfrm>
            <a:off x="838200" y="365125"/>
            <a:ext cx="5257800" cy="1325563"/>
          </a:xfrm>
        </p:spPr>
        <p:txBody>
          <a:bodyPr/>
          <a:lstStyle/>
          <a:p>
            <a:r>
              <a:rPr lang="en-US" dirty="0"/>
              <a:t>WHAT WE’RE LAUNCHING</a:t>
            </a:r>
          </a:p>
        </p:txBody>
      </p:sp>
      <p:sp>
        <p:nvSpPr>
          <p:cNvPr id="8" name="Content Placeholder 7">
            <a:extLst>
              <a:ext uri="{FF2B5EF4-FFF2-40B4-BE49-F238E27FC236}">
                <a16:creationId xmlns:a16="http://schemas.microsoft.com/office/drawing/2014/main" id="{2802C3F1-312F-C06D-E66C-663DA8D3D0C5}"/>
              </a:ext>
            </a:extLst>
          </p:cNvPr>
          <p:cNvSpPr>
            <a:spLocks noGrp="1"/>
          </p:cNvSpPr>
          <p:nvPr>
            <p:ph idx="1"/>
          </p:nvPr>
        </p:nvSpPr>
        <p:spPr/>
        <p:txBody>
          <a:bodyPr>
            <a:normAutofit lnSpcReduction="10000"/>
          </a:bodyPr>
          <a:lstStyle/>
          <a:p>
            <a:pPr marL="0" indent="0">
              <a:buNone/>
            </a:pPr>
            <a:r>
              <a:rPr lang="en-US" sz="1600" dirty="0"/>
              <a:t>Two new, parallel offerings:</a:t>
            </a:r>
          </a:p>
          <a:p>
            <a:r>
              <a:rPr lang="en-US" sz="1600" dirty="0"/>
              <a:t>ChatGPT Security Assessment</a:t>
            </a:r>
          </a:p>
          <a:p>
            <a:r>
              <a:rPr lang="en-US" sz="1600" dirty="0"/>
              <a:t>Claude Security Assessment</a:t>
            </a:r>
          </a:p>
          <a:p>
            <a:pPr lvl="1"/>
            <a:r>
              <a:rPr lang="en-US" sz="1200" dirty="0"/>
              <a:t>Gemini is in progress but not available yet</a:t>
            </a:r>
          </a:p>
          <a:p>
            <a:endParaRPr lang="en-US" sz="1600" dirty="0"/>
          </a:p>
          <a:p>
            <a:pPr marL="0" indent="0">
              <a:buNone/>
            </a:pPr>
            <a:r>
              <a:rPr lang="en-US" sz="1600" dirty="0"/>
              <a:t>Both are expert-led, point‑in‑time security and governance configuration reviews of how the organization is using the AI platform. These are meant to lead to:</a:t>
            </a:r>
          </a:p>
          <a:p>
            <a:r>
              <a:rPr lang="en-US" sz="1600" dirty="0"/>
              <a:t>Alignment with other Drawbridge services</a:t>
            </a:r>
          </a:p>
          <a:p>
            <a:r>
              <a:rPr lang="en-US" sz="1600" dirty="0"/>
              <a:t>Better visibility into the firm’s risk profile</a:t>
            </a:r>
          </a:p>
          <a:p>
            <a:r>
              <a:rPr lang="en-US" sz="1600" dirty="0"/>
              <a:t>Recurring audits</a:t>
            </a:r>
          </a:p>
          <a:p>
            <a:pPr marL="0" indent="0">
              <a:buNone/>
            </a:pPr>
            <a:endParaRPr lang="en-US" sz="1600" dirty="0"/>
          </a:p>
          <a:p>
            <a:pPr marL="0" indent="0">
              <a:buNone/>
            </a:pPr>
            <a:r>
              <a:rPr lang="en-US" sz="1600" dirty="0"/>
              <a:t>“This is a structured audit of AI security controls and governance—focused on preventing data leakage, misuse, and compliance gaps.”</a:t>
            </a:r>
          </a:p>
        </p:txBody>
      </p:sp>
      <p:sp>
        <p:nvSpPr>
          <p:cNvPr id="2" name="Content Placeholder 7">
            <a:extLst>
              <a:ext uri="{FF2B5EF4-FFF2-40B4-BE49-F238E27FC236}">
                <a16:creationId xmlns:a16="http://schemas.microsoft.com/office/drawing/2014/main" id="{816A63EE-6E57-FA70-845D-AF3353EB9D79}"/>
              </a:ext>
            </a:extLst>
          </p:cNvPr>
          <p:cNvSpPr txBox="1">
            <a:spLocks/>
          </p:cNvSpPr>
          <p:nvPr/>
        </p:nvSpPr>
        <p:spPr>
          <a:xfrm>
            <a:off x="6631380" y="719240"/>
            <a:ext cx="4722420" cy="408815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FF6800"/>
              </a:buClr>
              <a:buFont typeface="Wingdings" pitchFamily="2"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ct val="20000"/>
              </a:spcBef>
              <a:buClr>
                <a:srgbClr val="FF6800"/>
              </a:buClr>
              <a:buFont typeface="Arial"/>
              <a:buChar char="–"/>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ct val="20000"/>
              </a:spcBef>
              <a:buClr>
                <a:srgbClr val="FF6800"/>
              </a:buClr>
              <a:buFont typeface="Arial"/>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ct val="20000"/>
              </a:spcBef>
              <a:buClr>
                <a:srgbClr val="FF6800"/>
              </a:buClr>
              <a:buFont typeface="Arial"/>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ct val="20000"/>
              </a:spcBef>
              <a:buClr>
                <a:srgbClr val="FF6800"/>
              </a:buClr>
              <a:buFont typeface="Arial"/>
              <a:buChar char="»"/>
              <a:defRPr sz="1800" kern="1200">
                <a:solidFill>
                  <a:schemeClr val="tx1">
                    <a:lumMod val="75000"/>
                    <a:lumOff val="2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Wingdings" pitchFamily="2" charset="2"/>
              <a:buNone/>
            </a:pPr>
            <a:r>
              <a:rPr lang="en-US" sz="2000" b="1" dirty="0">
                <a:solidFill>
                  <a:schemeClr val="bg1"/>
                </a:solidFill>
              </a:rPr>
              <a:t>REQUIREMENTS</a:t>
            </a:r>
            <a:r>
              <a:rPr lang="en-US" sz="2000" dirty="0">
                <a:solidFill>
                  <a:schemeClr val="bg1"/>
                </a:solidFill>
              </a:rPr>
              <a:t>:</a:t>
            </a:r>
          </a:p>
          <a:p>
            <a:pPr marL="0" indent="0">
              <a:buFont typeface="Wingdings" pitchFamily="2" charset="2"/>
              <a:buNone/>
            </a:pPr>
            <a:endParaRPr lang="en-US" sz="2000" dirty="0">
              <a:solidFill>
                <a:schemeClr val="bg1"/>
              </a:solidFill>
            </a:endParaRPr>
          </a:p>
          <a:p>
            <a:pPr>
              <a:buFontTx/>
              <a:buChar char="-"/>
            </a:pPr>
            <a:r>
              <a:rPr lang="en-US" sz="2000" dirty="0">
                <a:solidFill>
                  <a:schemeClr val="bg1"/>
                </a:solidFill>
              </a:rPr>
              <a:t>-An enterprise version of the AI tool being audited.</a:t>
            </a:r>
          </a:p>
          <a:p>
            <a:pPr>
              <a:buFontTx/>
              <a:buChar char="-"/>
            </a:pPr>
            <a:endParaRPr lang="en-US" sz="2000" dirty="0">
              <a:solidFill>
                <a:schemeClr val="bg1"/>
              </a:solidFill>
            </a:endParaRPr>
          </a:p>
          <a:p>
            <a:pPr>
              <a:buFontTx/>
              <a:buChar char="-"/>
            </a:pPr>
            <a:r>
              <a:rPr lang="en-US" sz="2000" dirty="0">
                <a:solidFill>
                  <a:schemeClr val="bg1"/>
                </a:solidFill>
              </a:rPr>
              <a:t>-An AI tool administrator who has access to all security configurations.</a:t>
            </a:r>
          </a:p>
          <a:p>
            <a:pPr>
              <a:buFontTx/>
              <a:buChar char="-"/>
            </a:pPr>
            <a:endParaRPr lang="en-US" sz="2000" dirty="0">
              <a:solidFill>
                <a:schemeClr val="bg1"/>
              </a:solidFill>
            </a:endParaRPr>
          </a:p>
          <a:p>
            <a:pPr>
              <a:buFontTx/>
              <a:buChar char="-"/>
            </a:pPr>
            <a:r>
              <a:rPr lang="en-US" sz="2000" dirty="0">
                <a:solidFill>
                  <a:schemeClr val="bg1"/>
                </a:solidFill>
              </a:rPr>
              <a:t>-Dedicated time to perform a screenshare with the client.</a:t>
            </a:r>
          </a:p>
        </p:txBody>
      </p:sp>
    </p:spTree>
    <p:extLst>
      <p:ext uri="{BB962C8B-B14F-4D97-AF65-F5344CB8AC3E}">
        <p14:creationId xmlns:p14="http://schemas.microsoft.com/office/powerpoint/2010/main" val="1446145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F55E7-86A2-01CD-E734-6047F1D2CE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E4EB54-FD4D-AA76-FF7D-985831D88E67}"/>
              </a:ext>
            </a:extLst>
          </p:cNvPr>
          <p:cNvSpPr>
            <a:spLocks noGrp="1"/>
          </p:cNvSpPr>
          <p:nvPr>
            <p:ph type="title"/>
          </p:nvPr>
        </p:nvSpPr>
        <p:spPr/>
        <p:txBody>
          <a:bodyPr/>
          <a:lstStyle/>
          <a:p>
            <a:r>
              <a:rPr lang="en-US" dirty="0"/>
              <a:t>WHO IS THIS IS FOR</a:t>
            </a:r>
          </a:p>
        </p:txBody>
      </p:sp>
      <p:sp>
        <p:nvSpPr>
          <p:cNvPr id="8" name="Content Placeholder 7">
            <a:extLst>
              <a:ext uri="{FF2B5EF4-FFF2-40B4-BE49-F238E27FC236}">
                <a16:creationId xmlns:a16="http://schemas.microsoft.com/office/drawing/2014/main" id="{D98E8C9B-BD9F-D5B9-6B7E-5DB9F383ED62}"/>
              </a:ext>
            </a:extLst>
          </p:cNvPr>
          <p:cNvSpPr>
            <a:spLocks noGrp="1"/>
          </p:cNvSpPr>
          <p:nvPr>
            <p:ph idx="1"/>
          </p:nvPr>
        </p:nvSpPr>
        <p:spPr>
          <a:xfrm>
            <a:off x="838200" y="1564368"/>
            <a:ext cx="5053314" cy="4088158"/>
          </a:xfrm>
        </p:spPr>
        <p:txBody>
          <a:bodyPr>
            <a:normAutofit/>
          </a:bodyPr>
          <a:lstStyle/>
          <a:p>
            <a:r>
              <a:rPr lang="en-US" dirty="0"/>
              <a:t>Clients who are already using ChatGPT Enterprise or Claude Enterprise</a:t>
            </a:r>
          </a:p>
          <a:p>
            <a:r>
              <a:rPr lang="en-US" dirty="0"/>
              <a:t>Firms concerned with investor or regulatory requirements related to cybersecurity.</a:t>
            </a:r>
          </a:p>
          <a:p>
            <a:r>
              <a:rPr lang="en-US" dirty="0"/>
              <a:t>Organizations handling sensitive or confidential data.</a:t>
            </a:r>
          </a:p>
          <a:p>
            <a:r>
              <a:rPr lang="en-US" dirty="0"/>
              <a:t>Leadership asking for AI policies, guardrails, or oversight.</a:t>
            </a:r>
          </a:p>
          <a:p>
            <a:endParaRPr lang="en-US" dirty="0"/>
          </a:p>
        </p:txBody>
      </p:sp>
      <p:sp>
        <p:nvSpPr>
          <p:cNvPr id="3" name="TextBox 2">
            <a:extLst>
              <a:ext uri="{FF2B5EF4-FFF2-40B4-BE49-F238E27FC236}">
                <a16:creationId xmlns:a16="http://schemas.microsoft.com/office/drawing/2014/main" id="{9927DC20-53BE-B78A-4FC3-F9556D1CC128}"/>
              </a:ext>
            </a:extLst>
          </p:cNvPr>
          <p:cNvSpPr txBox="1"/>
          <p:nvPr/>
        </p:nvSpPr>
        <p:spPr>
          <a:xfrm>
            <a:off x="6765967" y="687205"/>
            <a:ext cx="4361212" cy="2862322"/>
          </a:xfrm>
          <a:prstGeom prst="rect">
            <a:avLst/>
          </a:prstGeom>
          <a:noFill/>
        </p:spPr>
        <p:txBody>
          <a:bodyPr wrap="square">
            <a:spAutoFit/>
          </a:bodyPr>
          <a:lstStyle/>
          <a:p>
            <a:r>
              <a:rPr lang="en-US" b="1" dirty="0">
                <a:solidFill>
                  <a:schemeClr val="bg1"/>
                </a:solidFill>
              </a:rPr>
              <a:t>Common trigger events</a:t>
            </a:r>
          </a:p>
          <a:p>
            <a:r>
              <a:rPr lang="en-US" dirty="0">
                <a:solidFill>
                  <a:schemeClr val="bg1"/>
                </a:solidFill>
              </a:rPr>
              <a:t> </a:t>
            </a:r>
          </a:p>
          <a:p>
            <a:pPr marL="285750" indent="-285750">
              <a:buFont typeface="Arial" panose="020B0604020202020204" pitchFamily="34" charset="0"/>
              <a:buChar char="•"/>
            </a:pPr>
            <a:r>
              <a:rPr lang="en-US" dirty="0">
                <a:solidFill>
                  <a:schemeClr val="bg1"/>
                </a:solidFill>
              </a:rPr>
              <a:t>“We want to scale AI, but don’t know our risk exposure”</a:t>
            </a:r>
          </a:p>
          <a:p>
            <a:pPr marL="285750" indent="-285750">
              <a:buFont typeface="Arial" panose="020B0604020202020204" pitchFamily="34" charset="0"/>
              <a:buChar char="•"/>
            </a:pPr>
            <a:r>
              <a:rPr lang="en-US" dirty="0">
                <a:solidFill>
                  <a:schemeClr val="bg1"/>
                </a:solidFill>
              </a:rPr>
              <a:t>Employees using AI without clear rules (shadow AI)</a:t>
            </a:r>
          </a:p>
          <a:p>
            <a:pPr marL="285750" indent="-285750">
              <a:buFont typeface="Arial" panose="020B0604020202020204" pitchFamily="34" charset="0"/>
              <a:buChar char="•"/>
            </a:pPr>
            <a:r>
              <a:rPr lang="en-US" dirty="0">
                <a:solidFill>
                  <a:schemeClr val="bg1"/>
                </a:solidFill>
              </a:rPr>
              <a:t>Investor, board, or regulator questions about AI use</a:t>
            </a:r>
          </a:p>
          <a:p>
            <a:pPr marL="285750" indent="-285750">
              <a:buFont typeface="Arial" panose="020B0604020202020204" pitchFamily="34" charset="0"/>
              <a:buChar char="•"/>
            </a:pPr>
            <a:r>
              <a:rPr lang="en-US" dirty="0">
                <a:solidFill>
                  <a:schemeClr val="bg1"/>
                </a:solidFill>
              </a:rPr>
              <a:t>Security or compliance teams being asked to “sign off” on AI</a:t>
            </a:r>
          </a:p>
        </p:txBody>
      </p:sp>
    </p:spTree>
    <p:extLst>
      <p:ext uri="{BB962C8B-B14F-4D97-AF65-F5344CB8AC3E}">
        <p14:creationId xmlns:p14="http://schemas.microsoft.com/office/powerpoint/2010/main" val="57831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71708-7546-D7A2-AD8C-564D3986082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DD24EC-6B06-A28F-FA06-2E72C1CA1C53}"/>
              </a:ext>
            </a:extLst>
          </p:cNvPr>
          <p:cNvSpPr>
            <a:spLocks noGrp="1"/>
          </p:cNvSpPr>
          <p:nvPr>
            <p:ph type="title"/>
          </p:nvPr>
        </p:nvSpPr>
        <p:spPr>
          <a:xfrm>
            <a:off x="838200" y="365125"/>
            <a:ext cx="5348844" cy="1325563"/>
          </a:xfrm>
        </p:spPr>
        <p:txBody>
          <a:bodyPr/>
          <a:lstStyle/>
          <a:p>
            <a:r>
              <a:rPr lang="en-US" dirty="0"/>
              <a:t>WHAT WE ACTUALLY DO</a:t>
            </a:r>
          </a:p>
        </p:txBody>
      </p:sp>
      <p:sp>
        <p:nvSpPr>
          <p:cNvPr id="8" name="Content Placeholder 7">
            <a:extLst>
              <a:ext uri="{FF2B5EF4-FFF2-40B4-BE49-F238E27FC236}">
                <a16:creationId xmlns:a16="http://schemas.microsoft.com/office/drawing/2014/main" id="{5725916E-C41E-9287-503C-9D236C233DB7}"/>
              </a:ext>
            </a:extLst>
          </p:cNvPr>
          <p:cNvSpPr>
            <a:spLocks noGrp="1"/>
          </p:cNvSpPr>
          <p:nvPr>
            <p:ph idx="1"/>
          </p:nvPr>
        </p:nvSpPr>
        <p:spPr>
          <a:xfrm>
            <a:off x="838200" y="1576243"/>
            <a:ext cx="5170714" cy="4088158"/>
          </a:xfrm>
        </p:spPr>
        <p:txBody>
          <a:bodyPr>
            <a:normAutofit fontScale="92500" lnSpcReduction="20000"/>
          </a:bodyPr>
          <a:lstStyle/>
          <a:p>
            <a:r>
              <a:rPr lang="en-US" dirty="0"/>
              <a:t>Discovery &amp; current-state review</a:t>
            </a:r>
          </a:p>
          <a:p>
            <a:pPr lvl="1"/>
            <a:r>
              <a:rPr lang="en-US" sz="1400" dirty="0"/>
              <a:t>Identify how AI is being used across teams</a:t>
            </a:r>
          </a:p>
          <a:p>
            <a:pPr lvl="1"/>
            <a:r>
              <a:rPr lang="en-US" sz="1400" dirty="0"/>
              <a:t>Review access controls and authentication</a:t>
            </a:r>
          </a:p>
          <a:p>
            <a:pPr lvl="1"/>
            <a:r>
              <a:rPr lang="en-US" sz="1400" dirty="0"/>
              <a:t>Understand governance, policies, and training coverage</a:t>
            </a:r>
            <a:endParaRPr lang="en-US" sz="2400" dirty="0"/>
          </a:p>
          <a:p>
            <a:r>
              <a:rPr lang="en-US" dirty="0"/>
              <a:t>Platform-specific control audit</a:t>
            </a:r>
          </a:p>
          <a:p>
            <a:pPr lvl="1"/>
            <a:r>
              <a:rPr lang="en-US" sz="1400" dirty="0"/>
              <a:t>Identity &amp; access management</a:t>
            </a:r>
          </a:p>
          <a:p>
            <a:pPr lvl="1"/>
            <a:r>
              <a:rPr lang="en-US" sz="1400" dirty="0"/>
              <a:t>Data protection and privacy</a:t>
            </a:r>
          </a:p>
          <a:p>
            <a:pPr lvl="1"/>
            <a:r>
              <a:rPr lang="en-US" sz="1400" dirty="0"/>
              <a:t>Sharing and collaboration settings</a:t>
            </a:r>
          </a:p>
          <a:p>
            <a:pPr lvl="1"/>
            <a:r>
              <a:rPr lang="en-US" sz="1400" dirty="0"/>
              <a:t>Integrations and connectors</a:t>
            </a:r>
          </a:p>
          <a:p>
            <a:pPr lvl="1"/>
            <a:r>
              <a:rPr lang="en-US" sz="1400" dirty="0"/>
              <a:t>Configuration hardening</a:t>
            </a:r>
          </a:p>
          <a:p>
            <a:pPr lvl="1"/>
            <a:r>
              <a:rPr lang="en-US" sz="1400" dirty="0"/>
              <a:t>AI feature and capability risks</a:t>
            </a:r>
          </a:p>
          <a:p>
            <a:pPr lvl="1"/>
            <a:r>
              <a:rPr lang="en-US" sz="1400" dirty="0"/>
              <a:t>Governance, training, and oversight</a:t>
            </a:r>
            <a:endParaRPr lang="en-US" sz="2400" dirty="0"/>
          </a:p>
          <a:p>
            <a:r>
              <a:rPr lang="en-US" dirty="0"/>
              <a:t>Risk findings &amp; remediation roadmap</a:t>
            </a:r>
          </a:p>
          <a:p>
            <a:pPr lvl="1"/>
            <a:r>
              <a:rPr lang="en-US" sz="1400" dirty="0"/>
              <a:t>Clear, prioritized findings (high / moderate / low)</a:t>
            </a:r>
          </a:p>
          <a:p>
            <a:pPr lvl="1"/>
            <a:r>
              <a:rPr lang="en-US" sz="1400" dirty="0"/>
              <a:t>Practical remediation guidance</a:t>
            </a:r>
          </a:p>
          <a:p>
            <a:pPr lvl="1"/>
            <a:r>
              <a:rPr lang="en-US" sz="1400" dirty="0"/>
              <a:t>Quick wins vs longer-term improvements</a:t>
            </a:r>
          </a:p>
          <a:p>
            <a:pPr lvl="1"/>
            <a:r>
              <a:rPr lang="en-US" sz="1400" dirty="0"/>
              <a:t>Clear next steps (policy, training, TTX, etc.)</a:t>
            </a:r>
          </a:p>
        </p:txBody>
      </p:sp>
      <p:pic>
        <p:nvPicPr>
          <p:cNvPr id="3" name="Picture 2">
            <a:extLst>
              <a:ext uri="{FF2B5EF4-FFF2-40B4-BE49-F238E27FC236}">
                <a16:creationId xmlns:a16="http://schemas.microsoft.com/office/drawing/2014/main" id="{C20E0CEE-0CB0-5E3A-2690-D2680E88BAA7}"/>
              </a:ext>
            </a:extLst>
          </p:cNvPr>
          <p:cNvPicPr>
            <a:picLocks noChangeAspect="1"/>
          </p:cNvPicPr>
          <p:nvPr/>
        </p:nvPicPr>
        <p:blipFill>
          <a:blip r:embed="rId2"/>
          <a:stretch>
            <a:fillRect/>
          </a:stretch>
        </p:blipFill>
        <p:spPr>
          <a:xfrm>
            <a:off x="6829934" y="451263"/>
            <a:ext cx="4523866" cy="5558094"/>
          </a:xfrm>
          <a:prstGeom prst="rect">
            <a:avLst/>
          </a:prstGeom>
        </p:spPr>
      </p:pic>
    </p:spTree>
    <p:extLst>
      <p:ext uri="{BB962C8B-B14F-4D97-AF65-F5344CB8AC3E}">
        <p14:creationId xmlns:p14="http://schemas.microsoft.com/office/powerpoint/2010/main" val="492922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95941-F358-A6B7-1565-B37BFAE191E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D2F7231-6325-E99E-A59E-7D5B10D0EBB0}"/>
              </a:ext>
            </a:extLst>
          </p:cNvPr>
          <p:cNvSpPr>
            <a:spLocks noGrp="1"/>
          </p:cNvSpPr>
          <p:nvPr>
            <p:ph type="title"/>
          </p:nvPr>
        </p:nvSpPr>
        <p:spPr>
          <a:xfrm>
            <a:off x="838200" y="365125"/>
            <a:ext cx="6061364" cy="1325563"/>
          </a:xfrm>
        </p:spPr>
        <p:txBody>
          <a:bodyPr/>
          <a:lstStyle/>
          <a:p>
            <a:r>
              <a:rPr lang="en-US" dirty="0"/>
              <a:t>REAL-WORLD EXAMPLES</a:t>
            </a:r>
          </a:p>
        </p:txBody>
      </p:sp>
      <p:sp>
        <p:nvSpPr>
          <p:cNvPr id="8" name="Content Placeholder 7">
            <a:extLst>
              <a:ext uri="{FF2B5EF4-FFF2-40B4-BE49-F238E27FC236}">
                <a16:creationId xmlns:a16="http://schemas.microsoft.com/office/drawing/2014/main" id="{EE25F457-FC3C-0233-0178-CD5ACAC0C250}"/>
              </a:ext>
            </a:extLst>
          </p:cNvPr>
          <p:cNvSpPr>
            <a:spLocks noGrp="1"/>
          </p:cNvSpPr>
          <p:nvPr>
            <p:ph idx="1"/>
          </p:nvPr>
        </p:nvSpPr>
        <p:spPr>
          <a:xfrm>
            <a:off x="838200" y="1552493"/>
            <a:ext cx="5053314" cy="4088158"/>
          </a:xfrm>
        </p:spPr>
        <p:txBody>
          <a:bodyPr>
            <a:normAutofit fontScale="92500" lnSpcReduction="20000"/>
          </a:bodyPr>
          <a:lstStyle/>
          <a:p>
            <a:r>
              <a:rPr lang="en-US" dirty="0"/>
              <a:t>AI access to sensitive data magnifies existing permission issues. This give employees to data they shouldn’t be accessing.</a:t>
            </a:r>
          </a:p>
          <a:p>
            <a:r>
              <a:rPr lang="en-US" dirty="0"/>
              <a:t>Teams are allowed to share prompts, GPTs, or sessions publicly without realizing it.</a:t>
            </a:r>
          </a:p>
          <a:p>
            <a:r>
              <a:rPr lang="en-US" dirty="0"/>
              <a:t>Developers or power users are enabling advanced AI features without training or guardrails.</a:t>
            </a:r>
          </a:p>
          <a:p>
            <a:r>
              <a:rPr lang="en-US" dirty="0"/>
              <a:t>Most incident response plans and tabletop exercises don’t account for AI misuse scenarios.</a:t>
            </a:r>
          </a:p>
        </p:txBody>
      </p:sp>
      <p:sp>
        <p:nvSpPr>
          <p:cNvPr id="3" name="TextBox 2">
            <a:extLst>
              <a:ext uri="{FF2B5EF4-FFF2-40B4-BE49-F238E27FC236}">
                <a16:creationId xmlns:a16="http://schemas.microsoft.com/office/drawing/2014/main" id="{3167299A-C0F4-A269-5248-8C392DAC2A8A}"/>
              </a:ext>
            </a:extLst>
          </p:cNvPr>
          <p:cNvSpPr txBox="1"/>
          <p:nvPr/>
        </p:nvSpPr>
        <p:spPr>
          <a:xfrm>
            <a:off x="7288481" y="896500"/>
            <a:ext cx="3518064" cy="1015663"/>
          </a:xfrm>
          <a:prstGeom prst="rect">
            <a:avLst/>
          </a:prstGeom>
          <a:noFill/>
        </p:spPr>
        <p:txBody>
          <a:bodyPr wrap="square">
            <a:spAutoFit/>
          </a:bodyPr>
          <a:lstStyle/>
          <a:p>
            <a:r>
              <a:rPr lang="en-US" sz="2000" b="1" dirty="0">
                <a:solidFill>
                  <a:schemeClr val="bg1"/>
                </a:solidFill>
              </a:rPr>
              <a:t>Clients are usually surprised by what settings are turned on by default.</a:t>
            </a:r>
          </a:p>
        </p:txBody>
      </p:sp>
    </p:spTree>
    <p:extLst>
      <p:ext uri="{BB962C8B-B14F-4D97-AF65-F5344CB8AC3E}">
        <p14:creationId xmlns:p14="http://schemas.microsoft.com/office/powerpoint/2010/main" val="31974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12BDA-2331-ECCB-5470-09661B0DFBE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9936294-6C4E-3A7F-46F3-38C3EC49F56F}"/>
              </a:ext>
            </a:extLst>
          </p:cNvPr>
          <p:cNvSpPr>
            <a:spLocks noGrp="1"/>
          </p:cNvSpPr>
          <p:nvPr>
            <p:ph type="title"/>
          </p:nvPr>
        </p:nvSpPr>
        <p:spPr/>
        <p:txBody>
          <a:bodyPr/>
          <a:lstStyle/>
          <a:p>
            <a:r>
              <a:rPr lang="en-US" dirty="0"/>
              <a:t>Positioning and Discovery</a:t>
            </a:r>
          </a:p>
        </p:txBody>
      </p:sp>
      <p:sp>
        <p:nvSpPr>
          <p:cNvPr id="8" name="Content Placeholder 7">
            <a:extLst>
              <a:ext uri="{FF2B5EF4-FFF2-40B4-BE49-F238E27FC236}">
                <a16:creationId xmlns:a16="http://schemas.microsoft.com/office/drawing/2014/main" id="{4125A80B-AADC-9C37-A4DB-96C978EC41E6}"/>
              </a:ext>
            </a:extLst>
          </p:cNvPr>
          <p:cNvSpPr>
            <a:spLocks noGrp="1"/>
          </p:cNvSpPr>
          <p:nvPr>
            <p:ph idx="1"/>
          </p:nvPr>
        </p:nvSpPr>
        <p:spPr/>
        <p:txBody>
          <a:bodyPr>
            <a:normAutofit/>
          </a:bodyPr>
          <a:lstStyle/>
          <a:p>
            <a:pPr marL="0" indent="0">
              <a:buNone/>
            </a:pPr>
            <a:r>
              <a:rPr lang="en-US" dirty="0"/>
              <a:t>This is:</a:t>
            </a:r>
          </a:p>
          <a:p>
            <a:r>
              <a:rPr lang="en-US" dirty="0"/>
              <a:t>A proactive AI security audit, not a reaction to an incident</a:t>
            </a:r>
          </a:p>
          <a:p>
            <a:r>
              <a:rPr lang="en-US" dirty="0"/>
              <a:t>A governance and compliance readiness exercise</a:t>
            </a:r>
          </a:p>
          <a:p>
            <a:r>
              <a:rPr lang="en-US" dirty="0"/>
              <a:t>A way to enable safe AI adoption, not slow it down</a:t>
            </a:r>
          </a:p>
          <a:p>
            <a:r>
              <a:rPr lang="en-US" dirty="0"/>
              <a:t>A fast, high‑value engagement that opens the door to more work</a:t>
            </a:r>
          </a:p>
        </p:txBody>
      </p:sp>
      <p:sp>
        <p:nvSpPr>
          <p:cNvPr id="3" name="TextBox 2">
            <a:extLst>
              <a:ext uri="{FF2B5EF4-FFF2-40B4-BE49-F238E27FC236}">
                <a16:creationId xmlns:a16="http://schemas.microsoft.com/office/drawing/2014/main" id="{41EFF304-FF36-797E-3C50-0D43DCFFDE86}"/>
              </a:ext>
            </a:extLst>
          </p:cNvPr>
          <p:cNvSpPr txBox="1"/>
          <p:nvPr/>
        </p:nvSpPr>
        <p:spPr>
          <a:xfrm>
            <a:off x="6766956" y="965354"/>
            <a:ext cx="4586844" cy="2031325"/>
          </a:xfrm>
          <a:prstGeom prst="rect">
            <a:avLst/>
          </a:prstGeom>
          <a:noFill/>
        </p:spPr>
        <p:txBody>
          <a:bodyPr wrap="square">
            <a:spAutoFit/>
          </a:bodyPr>
          <a:lstStyle/>
          <a:p>
            <a:pPr marL="0" indent="0">
              <a:buNone/>
            </a:pPr>
            <a:r>
              <a:rPr lang="en-US" b="1" dirty="0">
                <a:solidFill>
                  <a:schemeClr val="bg1"/>
                </a:solidFill>
              </a:rPr>
              <a:t>Core message:</a:t>
            </a:r>
          </a:p>
          <a:p>
            <a:r>
              <a:rPr lang="en-US" dirty="0">
                <a:solidFill>
                  <a:schemeClr val="bg1"/>
                </a:solidFill>
              </a:rPr>
              <a:t>“This helps you innovate with AI while staying aligned with security, investor, and regulatory requirements. AI usage significantly increases the firm’s attack surface, and these exercises aim to mitigate reputational and financial damage due to a weak AI security program”</a:t>
            </a:r>
          </a:p>
        </p:txBody>
      </p:sp>
    </p:spTree>
    <p:extLst>
      <p:ext uri="{BB962C8B-B14F-4D97-AF65-F5344CB8AC3E}">
        <p14:creationId xmlns:p14="http://schemas.microsoft.com/office/powerpoint/2010/main" val="2540138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352EA-C6A1-5494-C971-7D43EBC0653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9C69EE4-CD68-0A57-9BC7-2467D195FABB}"/>
              </a:ext>
            </a:extLst>
          </p:cNvPr>
          <p:cNvSpPr>
            <a:spLocks noGrp="1"/>
          </p:cNvSpPr>
          <p:nvPr>
            <p:ph type="title"/>
          </p:nvPr>
        </p:nvSpPr>
        <p:spPr/>
        <p:txBody>
          <a:bodyPr/>
          <a:lstStyle/>
          <a:p>
            <a:r>
              <a:rPr lang="en-US" dirty="0"/>
              <a:t>Scope guardrails</a:t>
            </a:r>
          </a:p>
        </p:txBody>
      </p:sp>
      <p:sp>
        <p:nvSpPr>
          <p:cNvPr id="8" name="Content Placeholder 7">
            <a:extLst>
              <a:ext uri="{FF2B5EF4-FFF2-40B4-BE49-F238E27FC236}">
                <a16:creationId xmlns:a16="http://schemas.microsoft.com/office/drawing/2014/main" id="{FD964AF2-229A-600D-1FEF-4E7D912B11F6}"/>
              </a:ext>
            </a:extLst>
          </p:cNvPr>
          <p:cNvSpPr>
            <a:spLocks noGrp="1"/>
          </p:cNvSpPr>
          <p:nvPr>
            <p:ph idx="1"/>
          </p:nvPr>
        </p:nvSpPr>
        <p:spPr>
          <a:xfrm>
            <a:off x="838200" y="1564368"/>
            <a:ext cx="5053314" cy="4088158"/>
          </a:xfrm>
        </p:spPr>
        <p:txBody>
          <a:bodyPr>
            <a:normAutofit fontScale="85000" lnSpcReduction="20000"/>
          </a:bodyPr>
          <a:lstStyle/>
          <a:p>
            <a:pPr marL="0" indent="0">
              <a:buNone/>
            </a:pPr>
            <a:r>
              <a:rPr lang="en-US" dirty="0"/>
              <a:t>What’s included</a:t>
            </a:r>
          </a:p>
          <a:p>
            <a:r>
              <a:rPr lang="en-US" dirty="0"/>
              <a:t>Audit of controls and processes via screenshare/interview</a:t>
            </a:r>
          </a:p>
          <a:p>
            <a:r>
              <a:rPr lang="en-US" dirty="0"/>
              <a:t>Risk findings and a remediation recommendations report</a:t>
            </a:r>
          </a:p>
          <a:p>
            <a:r>
              <a:rPr lang="en-US" dirty="0"/>
              <a:t>Ongoing risk mitigation guidance from our advisors.</a:t>
            </a:r>
          </a:p>
          <a:p>
            <a:endParaRPr lang="en-US" dirty="0"/>
          </a:p>
          <a:p>
            <a:pPr marL="0" indent="0">
              <a:buNone/>
            </a:pPr>
            <a:r>
              <a:rPr lang="en-US" dirty="0"/>
              <a:t>What’s not included</a:t>
            </a:r>
          </a:p>
          <a:p>
            <a:r>
              <a:rPr lang="en-US" dirty="0"/>
              <a:t>Implementing controls</a:t>
            </a:r>
          </a:p>
          <a:p>
            <a:r>
              <a:rPr lang="en-US" dirty="0"/>
              <a:t>Acting as platform admins</a:t>
            </a:r>
          </a:p>
          <a:p>
            <a:r>
              <a:rPr lang="en-US" dirty="0"/>
              <a:t>Continuous monitoring</a:t>
            </a:r>
          </a:p>
          <a:p>
            <a:r>
              <a:rPr lang="en-US" dirty="0"/>
              <a:t>AI </a:t>
            </a:r>
            <a:r>
              <a:rPr lang="en-US" dirty="0" err="1"/>
              <a:t>pentesting</a:t>
            </a:r>
            <a:r>
              <a:rPr lang="en-US" dirty="0"/>
              <a:t> or prompt injection testing (yet)</a:t>
            </a:r>
          </a:p>
        </p:txBody>
      </p:sp>
    </p:spTree>
    <p:extLst>
      <p:ext uri="{BB962C8B-B14F-4D97-AF65-F5344CB8AC3E}">
        <p14:creationId xmlns:p14="http://schemas.microsoft.com/office/powerpoint/2010/main" val="498758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5481C-C8FF-C627-AE41-2F3E3E47117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2BBD02-6F9B-E2C2-0959-AA3F7CAF8810}"/>
              </a:ext>
            </a:extLst>
          </p:cNvPr>
          <p:cNvSpPr>
            <a:spLocks noGrp="1"/>
          </p:cNvSpPr>
          <p:nvPr>
            <p:ph type="title"/>
          </p:nvPr>
        </p:nvSpPr>
        <p:spPr>
          <a:xfrm>
            <a:off x="838199" y="365125"/>
            <a:ext cx="5360719" cy="1325563"/>
          </a:xfrm>
        </p:spPr>
        <p:txBody>
          <a:bodyPr/>
          <a:lstStyle/>
          <a:p>
            <a:r>
              <a:rPr lang="en-US" dirty="0"/>
              <a:t>Services Alignment</a:t>
            </a:r>
          </a:p>
        </p:txBody>
      </p:sp>
      <p:sp>
        <p:nvSpPr>
          <p:cNvPr id="8" name="Content Placeholder 7">
            <a:extLst>
              <a:ext uri="{FF2B5EF4-FFF2-40B4-BE49-F238E27FC236}">
                <a16:creationId xmlns:a16="http://schemas.microsoft.com/office/drawing/2014/main" id="{B1F8D1BC-7DEC-261A-5962-182AEDCAB8E5}"/>
              </a:ext>
            </a:extLst>
          </p:cNvPr>
          <p:cNvSpPr>
            <a:spLocks noGrp="1"/>
          </p:cNvSpPr>
          <p:nvPr>
            <p:ph idx="1"/>
          </p:nvPr>
        </p:nvSpPr>
        <p:spPr/>
        <p:txBody>
          <a:bodyPr>
            <a:normAutofit/>
          </a:bodyPr>
          <a:lstStyle/>
          <a:p>
            <a:r>
              <a:rPr lang="en-US" dirty="0"/>
              <a:t>Natural next steps (or steps to take in parallel with these assessments):</a:t>
            </a:r>
          </a:p>
          <a:p>
            <a:pPr lvl="1"/>
            <a:r>
              <a:rPr lang="en-US" dirty="0"/>
              <a:t>AI security awareness training</a:t>
            </a:r>
          </a:p>
          <a:p>
            <a:pPr lvl="1"/>
            <a:r>
              <a:rPr lang="en-US" dirty="0"/>
              <a:t>Vendor Risk Assessment</a:t>
            </a:r>
          </a:p>
          <a:p>
            <a:pPr lvl="1"/>
            <a:r>
              <a:rPr lang="en-US" dirty="0"/>
              <a:t>AI policy development (dedicated AI policies are on the way)</a:t>
            </a:r>
          </a:p>
          <a:p>
            <a:pPr lvl="1"/>
            <a:r>
              <a:rPr lang="en-US" dirty="0"/>
              <a:t>AI-focused tabletop exercises</a:t>
            </a:r>
          </a:p>
          <a:p>
            <a:pPr lvl="1"/>
            <a:r>
              <a:rPr lang="en-US" dirty="0"/>
              <a:t>Phishing Campaigns</a:t>
            </a:r>
          </a:p>
          <a:p>
            <a:pPr lvl="1"/>
            <a:r>
              <a:rPr lang="en-US" dirty="0"/>
              <a:t>CRA and Cloud Assessments</a:t>
            </a:r>
          </a:p>
        </p:txBody>
      </p:sp>
    </p:spTree>
    <p:extLst>
      <p:ext uri="{BB962C8B-B14F-4D97-AF65-F5344CB8AC3E}">
        <p14:creationId xmlns:p14="http://schemas.microsoft.com/office/powerpoint/2010/main" val="302023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88bb82b-27fe-4791-8607-d4255d291e7f">
      <Terms xmlns="http://schemas.microsoft.com/office/infopath/2007/PartnerControls"/>
    </lcf76f155ced4ddcb4097134ff3c332f>
    <TaxCatchAll xmlns="6fcdb25e-053e-4911-8b1a-4975089e92d0" xsi:nil="true"/>
    <Permissions xmlns="988bb82b-27fe-4791-8607-d4255d291e7f">
      <UserInfo>
        <DisplayName/>
        <AccountId xsi:nil="true"/>
        <AccountType/>
      </UserInfo>
    </Permission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A53071F422B040BA30C37F3761913B" ma:contentTypeVersion="19" ma:contentTypeDescription="Create a new document." ma:contentTypeScope="" ma:versionID="9a922b6fb7a8de85e3f37793d4c3e2ce">
  <xsd:schema xmlns:xsd="http://www.w3.org/2001/XMLSchema" xmlns:xs="http://www.w3.org/2001/XMLSchema" xmlns:p="http://schemas.microsoft.com/office/2006/metadata/properties" xmlns:ns2="6fcdb25e-053e-4911-8b1a-4975089e92d0" xmlns:ns3="988bb82b-27fe-4791-8607-d4255d291e7f" targetNamespace="http://schemas.microsoft.com/office/2006/metadata/properties" ma:root="true" ma:fieldsID="90722a086878f80452e2415613ef5c39" ns2:_="" ns3:_="">
    <xsd:import namespace="6fcdb25e-053e-4911-8b1a-4975089e92d0"/>
    <xsd:import namespace="988bb82b-27fe-4791-8607-d4255d291e7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Permissions"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cdb25e-053e-4911-8b1a-4975089e92d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1b934cac-4a1e-4265-b562-75a07483f57d}" ma:internalName="TaxCatchAll" ma:showField="CatchAllData" ma:web="6fcdb25e-053e-4911-8b1a-4975089e92d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88bb82b-27fe-4791-8607-d4255d291e7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Permissions" ma:index="18" nillable="true" ma:displayName="Permissions" ma:format="Dropdown" ma:list="UserInfo" ma:SharePointGroup="0" ma:internalName="Permissions"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609c2a7-6df6-49a8-9821-900e14f4e24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4948BD-76BC-40E8-BAAA-0E5DAAEB8EC7}">
  <ds:schemaRefs>
    <ds:schemaRef ds:uri="http://schemas.microsoft.com/sharepoint/v3/contenttype/forms"/>
  </ds:schemaRefs>
</ds:datastoreItem>
</file>

<file path=customXml/itemProps2.xml><?xml version="1.0" encoding="utf-8"?>
<ds:datastoreItem xmlns:ds="http://schemas.openxmlformats.org/officeDocument/2006/customXml" ds:itemID="{1A2BD646-637A-48FD-B717-EFC48F46ACCA}">
  <ds:schemaRefs>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purl.org/dc/dcmitype/"/>
    <ds:schemaRef ds:uri="988bb82b-27fe-4791-8607-d4255d291e7f"/>
    <ds:schemaRef ds:uri="http://schemas.microsoft.com/office/infopath/2007/PartnerControls"/>
    <ds:schemaRef ds:uri="6fcdb25e-053e-4911-8b1a-4975089e92d0"/>
    <ds:schemaRef ds:uri="http://www.w3.org/XML/1998/namespace"/>
    <ds:schemaRef ds:uri="http://purl.org/dc/elements/1.1/"/>
  </ds:schemaRefs>
</ds:datastoreItem>
</file>

<file path=customXml/itemProps3.xml><?xml version="1.0" encoding="utf-8"?>
<ds:datastoreItem xmlns:ds="http://schemas.openxmlformats.org/officeDocument/2006/customXml" ds:itemID="{A8D7365B-A698-48D9-8512-18AE66315C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cdb25e-053e-4911-8b1a-4975089e92d0"/>
    <ds:schemaRef ds:uri="988bb82b-27fe-4791-8607-d4255d291e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21433</TotalTime>
  <Words>647</Words>
  <Application>Microsoft Office PowerPoint</Application>
  <PresentationFormat>Widescreen</PresentationFormat>
  <Paragraphs>88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Wingdings</vt:lpstr>
      <vt:lpstr>Office Theme</vt:lpstr>
      <vt:lpstr>PowerPoint Presentation</vt:lpstr>
      <vt:lpstr>WHY THIS MATTERS NOW</vt:lpstr>
      <vt:lpstr>WHAT WE’RE LAUNCHING</vt:lpstr>
      <vt:lpstr>WHO IS THIS IS FOR</vt:lpstr>
      <vt:lpstr>WHAT WE ACTUALLY DO</vt:lpstr>
      <vt:lpstr>REAL-WORLD EXAMPLES</vt:lpstr>
      <vt:lpstr>Positioning and Discovery</vt:lpstr>
      <vt:lpstr>Scope guardrails</vt:lpstr>
      <vt:lpstr>Services Alignment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Eric Bernstein</dc:creator>
  <cp:keywords/>
  <dc:description>generated using python-pptx</dc:description>
  <cp:lastModifiedBy>Mike Diaz</cp:lastModifiedBy>
  <cp:revision>4</cp:revision>
  <dcterms:created xsi:type="dcterms:W3CDTF">2013-01-27T09:14:16Z</dcterms:created>
  <dcterms:modified xsi:type="dcterms:W3CDTF">2026-03-02T18:40:41Z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0x010100E1A53071F422B040BA30C37F3761913B</vt:lpwstr>
  </property>
  <property fmtid="{D5CDD505-2E9C-101B-9397-08002B2CF9AE}" pid="3" name="MediaServiceImageTags">
    <vt:lpwstr/>
  </property>
</Properties>
</file>